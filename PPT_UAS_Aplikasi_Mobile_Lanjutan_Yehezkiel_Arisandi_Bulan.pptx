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isandibulan-boop/uas_mobile_katalog_laptop/blob/main/assets/images/gambar8.jpeg" TargetMode="External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hyperlink" Target="https://github.com/arisandibulan-boop/uas_mobile_katalog_laptop/blob/main/assets/images/gambar12.jpeg" TargetMode="External"/><Relationship Id="rId7" Type="http://schemas.openxmlformats.org/officeDocument/2006/relationships/hyperlink" Target="https://github.com/arisandibulan-boop/uas_mobile_katalog_laptop/blob/main/assets/images/gambar14.jpeg" TargetMode="External"/><Relationship Id="rId2" Type="http://schemas.openxmlformats.org/officeDocument/2006/relationships/hyperlink" Target="https://github.com/arisandibulan-boop/uas_mobile_katalog_laptop/blob/main/assets/images/gambar11.jpeg" TargetMode="External"/><Relationship Id="rId1" Type="http://schemas.openxmlformats.org/officeDocument/2006/relationships/image" Target="../media/image5.svg"/><Relationship Id="rId6" Type="http://schemas.openxmlformats.org/officeDocument/2006/relationships/image" Target="../media/image7.svg"/><Relationship Id="rId5" Type="http://schemas.openxmlformats.org/officeDocument/2006/relationships/hyperlink" Target="https://github.com/arisandibulan-boop/uas_mobile_katalog_laptop/blob/main/assets/images/gambar13.jpeg" TargetMode="External"/><Relationship Id="rId10" Type="http://schemas.openxmlformats.org/officeDocument/2006/relationships/image" Target="../media/image9.svg"/><Relationship Id="rId4" Type="http://schemas.openxmlformats.org/officeDocument/2006/relationships/image" Target="../media/image6.svg"/><Relationship Id="rId9" Type="http://schemas.openxmlformats.org/officeDocument/2006/relationships/hyperlink" Target="https://github.com/arisandibulan-boop/uas_mobile_katalog_laptop/blob/main/assets/images/gambar15.jpeg" TargetMode="External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isandibulan-boop/uas_mobile_katalog_laptop/blob/main/assets/images/gambar16.jpeg" TargetMode="External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63DCB6-7B4E-478A-9F7D-2995D3B4108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461760-26C5-4C86-9EB7-28E11018798C}">
      <dgm:prSet/>
      <dgm:spPr/>
      <dgm:t>
        <a:bodyPr/>
        <a:lstStyle/>
        <a:p>
          <a:r>
            <a:rPr lang="en-ID" b="0" i="0"/>
            <a:t>Perkembangan aplikasi mobile mendorong kebutuhan e-commerce yang cepat, aman, dan real-time.</a:t>
          </a:r>
          <a:endParaRPr lang="en-US"/>
        </a:p>
      </dgm:t>
    </dgm:pt>
    <dgm:pt modelId="{D7E00E41-2DAC-46E4-A700-15458E4503C8}" type="parTrans" cxnId="{E65B6870-655F-4E02-9AAF-8EB66778D4AC}">
      <dgm:prSet/>
      <dgm:spPr/>
      <dgm:t>
        <a:bodyPr/>
        <a:lstStyle/>
        <a:p>
          <a:endParaRPr lang="en-US"/>
        </a:p>
      </dgm:t>
    </dgm:pt>
    <dgm:pt modelId="{2F14035A-D0AE-408E-A4DA-17EBC807A018}" type="sibTrans" cxnId="{E65B6870-655F-4E02-9AAF-8EB66778D4AC}">
      <dgm:prSet/>
      <dgm:spPr/>
      <dgm:t>
        <a:bodyPr/>
        <a:lstStyle/>
        <a:p>
          <a:endParaRPr lang="en-US"/>
        </a:p>
      </dgm:t>
    </dgm:pt>
    <dgm:pt modelId="{2F87466A-142D-4A99-8F0A-78D5554B9E1C}">
      <dgm:prSet/>
      <dgm:spPr/>
      <dgm:t>
        <a:bodyPr/>
        <a:lstStyle/>
        <a:p>
          <a:r>
            <a:rPr lang="en-ID" b="0" i="0"/>
            <a:t>Proyek ini menggunakan Flutter, Firebase, Golang, dan MySQL.</a:t>
          </a:r>
          <a:endParaRPr lang="en-US"/>
        </a:p>
      </dgm:t>
    </dgm:pt>
    <dgm:pt modelId="{0AA60A41-535C-4195-A00E-23037A5FDA1E}" type="parTrans" cxnId="{3F2AFC1D-0EA2-48A4-841A-88AFCECBAF03}">
      <dgm:prSet/>
      <dgm:spPr/>
      <dgm:t>
        <a:bodyPr/>
        <a:lstStyle/>
        <a:p>
          <a:endParaRPr lang="en-US"/>
        </a:p>
      </dgm:t>
    </dgm:pt>
    <dgm:pt modelId="{6E791B70-1ED3-47CA-AE84-B16C0B795B36}" type="sibTrans" cxnId="{3F2AFC1D-0EA2-48A4-841A-88AFCECBAF03}">
      <dgm:prSet/>
      <dgm:spPr/>
      <dgm:t>
        <a:bodyPr/>
        <a:lstStyle/>
        <a:p>
          <a:endParaRPr lang="en-US"/>
        </a:p>
      </dgm:t>
    </dgm:pt>
    <dgm:pt modelId="{F15F0E7A-154D-9442-8637-D83275264BED}" type="pres">
      <dgm:prSet presAssocID="{1063DCB6-7B4E-478A-9F7D-2995D3B41081}" presName="linear" presStyleCnt="0">
        <dgm:presLayoutVars>
          <dgm:animLvl val="lvl"/>
          <dgm:resizeHandles val="exact"/>
        </dgm:presLayoutVars>
      </dgm:prSet>
      <dgm:spPr/>
    </dgm:pt>
    <dgm:pt modelId="{D386A44C-7039-784A-8D72-697617411581}" type="pres">
      <dgm:prSet presAssocID="{2E461760-26C5-4C86-9EB7-28E11018798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30562C6-A8CC-6B43-8273-0D3F2E85289A}" type="pres">
      <dgm:prSet presAssocID="{2F14035A-D0AE-408E-A4DA-17EBC807A018}" presName="spacer" presStyleCnt="0"/>
      <dgm:spPr/>
    </dgm:pt>
    <dgm:pt modelId="{274FAD33-26FE-0E43-84FD-C1E06B6B8741}" type="pres">
      <dgm:prSet presAssocID="{2F87466A-142D-4A99-8F0A-78D5554B9E1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F2AFC1D-0EA2-48A4-841A-88AFCECBAF03}" srcId="{1063DCB6-7B4E-478A-9F7D-2995D3B41081}" destId="{2F87466A-142D-4A99-8F0A-78D5554B9E1C}" srcOrd="1" destOrd="0" parTransId="{0AA60A41-535C-4195-A00E-23037A5FDA1E}" sibTransId="{6E791B70-1ED3-47CA-AE84-B16C0B795B36}"/>
    <dgm:cxn modelId="{E65B6870-655F-4E02-9AAF-8EB66778D4AC}" srcId="{1063DCB6-7B4E-478A-9F7D-2995D3B41081}" destId="{2E461760-26C5-4C86-9EB7-28E11018798C}" srcOrd="0" destOrd="0" parTransId="{D7E00E41-2DAC-46E4-A700-15458E4503C8}" sibTransId="{2F14035A-D0AE-408E-A4DA-17EBC807A018}"/>
    <dgm:cxn modelId="{FE53E1A6-42CF-FE42-8176-BE03C9A5E1C4}" type="presOf" srcId="{2E461760-26C5-4C86-9EB7-28E11018798C}" destId="{D386A44C-7039-784A-8D72-697617411581}" srcOrd="0" destOrd="0" presId="urn:microsoft.com/office/officeart/2005/8/layout/vList2"/>
    <dgm:cxn modelId="{F21FBCAC-CCA6-0243-9EF6-DAAE46B2EDB3}" type="presOf" srcId="{2F87466A-142D-4A99-8F0A-78D5554B9E1C}" destId="{274FAD33-26FE-0E43-84FD-C1E06B6B8741}" srcOrd="0" destOrd="0" presId="urn:microsoft.com/office/officeart/2005/8/layout/vList2"/>
    <dgm:cxn modelId="{3D8891B2-4FB3-E049-A717-1517553FB420}" type="presOf" srcId="{1063DCB6-7B4E-478A-9F7D-2995D3B41081}" destId="{F15F0E7A-154D-9442-8637-D83275264BED}" srcOrd="0" destOrd="0" presId="urn:microsoft.com/office/officeart/2005/8/layout/vList2"/>
    <dgm:cxn modelId="{788D16D0-D7AC-204B-B4E6-DC9CDCAAE62B}" type="presParOf" srcId="{F15F0E7A-154D-9442-8637-D83275264BED}" destId="{D386A44C-7039-784A-8D72-697617411581}" srcOrd="0" destOrd="0" presId="urn:microsoft.com/office/officeart/2005/8/layout/vList2"/>
    <dgm:cxn modelId="{2F8CC5FE-427B-BF4D-B80E-B81C98FE6BAB}" type="presParOf" srcId="{F15F0E7A-154D-9442-8637-D83275264BED}" destId="{330562C6-A8CC-6B43-8273-0D3F2E85289A}" srcOrd="1" destOrd="0" presId="urn:microsoft.com/office/officeart/2005/8/layout/vList2"/>
    <dgm:cxn modelId="{B97D74C3-54AC-7641-B52C-E88CA4D26B54}" type="presParOf" srcId="{F15F0E7A-154D-9442-8637-D83275264BED}" destId="{274FAD33-26FE-0E43-84FD-C1E06B6B87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E8383-C216-4A39-835A-597AF523691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88226E-3E17-4E54-BD3A-B44518FBAB2D}">
      <dgm:prSet/>
      <dgm:spPr/>
      <dgm:t>
        <a:bodyPr/>
        <a:lstStyle/>
        <a:p>
          <a:r>
            <a:rPr lang="en-ID" b="0" i="0"/>
            <a:t>• Membangun aplikasi e-commerce Flutter</a:t>
          </a:r>
          <a:endParaRPr lang="en-US"/>
        </a:p>
      </dgm:t>
    </dgm:pt>
    <dgm:pt modelId="{0C3BC991-66B4-4742-80C0-0809E854047A}" type="parTrans" cxnId="{3CB43139-DF00-4DF3-8A81-E303DEFBD3DF}">
      <dgm:prSet/>
      <dgm:spPr/>
      <dgm:t>
        <a:bodyPr/>
        <a:lstStyle/>
        <a:p>
          <a:endParaRPr lang="en-US"/>
        </a:p>
      </dgm:t>
    </dgm:pt>
    <dgm:pt modelId="{01D81D5F-4EEE-443D-B368-9B5632098A16}" type="sibTrans" cxnId="{3CB43139-DF00-4DF3-8A81-E303DEFBD3DF}">
      <dgm:prSet/>
      <dgm:spPr/>
      <dgm:t>
        <a:bodyPr/>
        <a:lstStyle/>
        <a:p>
          <a:endParaRPr lang="en-US"/>
        </a:p>
      </dgm:t>
    </dgm:pt>
    <dgm:pt modelId="{9DDF1703-D999-424D-BABA-78ABF617E7EF}">
      <dgm:prSet/>
      <dgm:spPr/>
      <dgm:t>
        <a:bodyPr/>
        <a:lstStyle/>
        <a:p>
          <a:r>
            <a:rPr lang="en-ID" b="0" i="0"/>
            <a:t>• Firebase Authentication</a:t>
          </a:r>
          <a:endParaRPr lang="en-US"/>
        </a:p>
      </dgm:t>
    </dgm:pt>
    <dgm:pt modelId="{22C73AEA-AAB3-45AF-A832-24C850C7F1AC}" type="parTrans" cxnId="{23B5BB86-FD7F-44CD-9616-91EF595C60E1}">
      <dgm:prSet/>
      <dgm:spPr/>
      <dgm:t>
        <a:bodyPr/>
        <a:lstStyle/>
        <a:p>
          <a:endParaRPr lang="en-US"/>
        </a:p>
      </dgm:t>
    </dgm:pt>
    <dgm:pt modelId="{634EC370-8E34-4DAD-A30A-A9AD04E7F8A4}" type="sibTrans" cxnId="{23B5BB86-FD7F-44CD-9616-91EF595C60E1}">
      <dgm:prSet/>
      <dgm:spPr/>
      <dgm:t>
        <a:bodyPr/>
        <a:lstStyle/>
        <a:p>
          <a:endParaRPr lang="en-US"/>
        </a:p>
      </dgm:t>
    </dgm:pt>
    <dgm:pt modelId="{66C5D387-6B51-4438-9230-5CA7934E7D79}">
      <dgm:prSet/>
      <dgm:spPr/>
      <dgm:t>
        <a:bodyPr/>
        <a:lstStyle/>
        <a:p>
          <a:r>
            <a:rPr lang="en-ID" b="0" i="0"/>
            <a:t>• Backend Golang REST API</a:t>
          </a:r>
          <a:endParaRPr lang="en-US"/>
        </a:p>
      </dgm:t>
    </dgm:pt>
    <dgm:pt modelId="{B56E0BA1-A25D-4729-9C28-081E1F2A8B92}" type="parTrans" cxnId="{8CA752BE-AC8F-4469-A623-4FE6EBC3421A}">
      <dgm:prSet/>
      <dgm:spPr/>
      <dgm:t>
        <a:bodyPr/>
        <a:lstStyle/>
        <a:p>
          <a:endParaRPr lang="en-US"/>
        </a:p>
      </dgm:t>
    </dgm:pt>
    <dgm:pt modelId="{ED8E0448-75C8-4803-9744-4BAB2653D5E9}" type="sibTrans" cxnId="{8CA752BE-AC8F-4469-A623-4FE6EBC3421A}">
      <dgm:prSet/>
      <dgm:spPr/>
      <dgm:t>
        <a:bodyPr/>
        <a:lstStyle/>
        <a:p>
          <a:endParaRPr lang="en-US"/>
        </a:p>
      </dgm:t>
    </dgm:pt>
    <dgm:pt modelId="{42E5CCB8-87FF-4F94-B6F9-71A028489FBF}">
      <dgm:prSet/>
      <dgm:spPr/>
      <dgm:t>
        <a:bodyPr/>
        <a:lstStyle/>
        <a:p>
          <a:r>
            <a:rPr lang="en-ID" b="0" i="0"/>
            <a:t>• Database MySQL</a:t>
          </a:r>
          <a:endParaRPr lang="en-US"/>
        </a:p>
      </dgm:t>
    </dgm:pt>
    <dgm:pt modelId="{B4384435-DF9A-4FDE-8A49-D715E58E9F69}" type="parTrans" cxnId="{1E90014A-7115-41A8-9B5B-698BBC9A5F2F}">
      <dgm:prSet/>
      <dgm:spPr/>
      <dgm:t>
        <a:bodyPr/>
        <a:lstStyle/>
        <a:p>
          <a:endParaRPr lang="en-US"/>
        </a:p>
      </dgm:t>
    </dgm:pt>
    <dgm:pt modelId="{519F83DE-8ADB-42D0-9115-65E87F2C09E8}" type="sibTrans" cxnId="{1E90014A-7115-41A8-9B5B-698BBC9A5F2F}">
      <dgm:prSet/>
      <dgm:spPr/>
      <dgm:t>
        <a:bodyPr/>
        <a:lstStyle/>
        <a:p>
          <a:endParaRPr lang="en-US"/>
        </a:p>
      </dgm:t>
    </dgm:pt>
    <dgm:pt modelId="{DA40C959-0489-4101-8F78-C2DA8E709D5E}">
      <dgm:prSet/>
      <dgm:spPr/>
      <dgm:t>
        <a:bodyPr/>
        <a:lstStyle/>
        <a:p>
          <a:r>
            <a:rPr lang="en-ID" b="0" i="0"/>
            <a:t>• CRUD Admin</a:t>
          </a:r>
          <a:endParaRPr lang="en-US"/>
        </a:p>
      </dgm:t>
    </dgm:pt>
    <dgm:pt modelId="{D05C25EE-8B90-4116-893D-60B63458A032}" type="parTrans" cxnId="{8CFCB6F3-4CB2-400A-9150-2A9AFE558A38}">
      <dgm:prSet/>
      <dgm:spPr/>
      <dgm:t>
        <a:bodyPr/>
        <a:lstStyle/>
        <a:p>
          <a:endParaRPr lang="en-US"/>
        </a:p>
      </dgm:t>
    </dgm:pt>
    <dgm:pt modelId="{17962102-FDFC-4889-92DE-960119F56DDE}" type="sibTrans" cxnId="{8CFCB6F3-4CB2-400A-9150-2A9AFE558A38}">
      <dgm:prSet/>
      <dgm:spPr/>
      <dgm:t>
        <a:bodyPr/>
        <a:lstStyle/>
        <a:p>
          <a:endParaRPr lang="en-US"/>
        </a:p>
      </dgm:t>
    </dgm:pt>
    <dgm:pt modelId="{BD6008B1-985E-4C1B-BA4A-AAD04CAE6760}">
      <dgm:prSet/>
      <dgm:spPr/>
      <dgm:t>
        <a:bodyPr/>
        <a:lstStyle/>
        <a:p>
          <a:r>
            <a:rPr lang="en-ID" b="0" i="0"/>
            <a:t>• Local Notification</a:t>
          </a:r>
          <a:endParaRPr lang="en-US"/>
        </a:p>
      </dgm:t>
    </dgm:pt>
    <dgm:pt modelId="{A9E5BE50-7D2C-46F2-88B2-1E3566807E20}" type="parTrans" cxnId="{6F1EAD1A-245D-418A-A9AB-66B301685903}">
      <dgm:prSet/>
      <dgm:spPr/>
      <dgm:t>
        <a:bodyPr/>
        <a:lstStyle/>
        <a:p>
          <a:endParaRPr lang="en-US"/>
        </a:p>
      </dgm:t>
    </dgm:pt>
    <dgm:pt modelId="{5C4C82AF-1CA8-4641-8618-E7A0183301A9}" type="sibTrans" cxnId="{6F1EAD1A-245D-418A-A9AB-66B301685903}">
      <dgm:prSet/>
      <dgm:spPr/>
      <dgm:t>
        <a:bodyPr/>
        <a:lstStyle/>
        <a:p>
          <a:endParaRPr lang="en-US"/>
        </a:p>
      </dgm:t>
    </dgm:pt>
    <dgm:pt modelId="{BFECB171-039C-6F46-B6C3-DE44D034E6B8}" type="pres">
      <dgm:prSet presAssocID="{314E8383-C216-4A39-835A-597AF523691D}" presName="linear" presStyleCnt="0">
        <dgm:presLayoutVars>
          <dgm:animLvl val="lvl"/>
          <dgm:resizeHandles val="exact"/>
        </dgm:presLayoutVars>
      </dgm:prSet>
      <dgm:spPr/>
    </dgm:pt>
    <dgm:pt modelId="{1A86388F-30F1-C243-B888-03392125D97F}" type="pres">
      <dgm:prSet presAssocID="{0B88226E-3E17-4E54-BD3A-B44518FBAB2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1EE6779-2DA4-D94D-A837-F1D2D74764B3}" type="pres">
      <dgm:prSet presAssocID="{01D81D5F-4EEE-443D-B368-9B5632098A16}" presName="spacer" presStyleCnt="0"/>
      <dgm:spPr/>
    </dgm:pt>
    <dgm:pt modelId="{FD5E0B1A-5BA1-9D43-83EC-3881EE570E1D}" type="pres">
      <dgm:prSet presAssocID="{9DDF1703-D999-424D-BABA-78ABF617E7E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08CD6BB-277C-ED45-924E-C1D8CC346FF7}" type="pres">
      <dgm:prSet presAssocID="{634EC370-8E34-4DAD-A30A-A9AD04E7F8A4}" presName="spacer" presStyleCnt="0"/>
      <dgm:spPr/>
    </dgm:pt>
    <dgm:pt modelId="{D7CEC367-8533-594C-BA17-789224B13A8D}" type="pres">
      <dgm:prSet presAssocID="{66C5D387-6B51-4438-9230-5CA7934E7D7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E9BC2B2-9238-3642-B68F-737FDA8952B4}" type="pres">
      <dgm:prSet presAssocID="{ED8E0448-75C8-4803-9744-4BAB2653D5E9}" presName="spacer" presStyleCnt="0"/>
      <dgm:spPr/>
    </dgm:pt>
    <dgm:pt modelId="{4A58747B-0400-314C-8F61-CFC173AF79EF}" type="pres">
      <dgm:prSet presAssocID="{42E5CCB8-87FF-4F94-B6F9-71A028489FB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040E72B-B2D8-3B4A-A269-679F10A9F09C}" type="pres">
      <dgm:prSet presAssocID="{519F83DE-8ADB-42D0-9115-65E87F2C09E8}" presName="spacer" presStyleCnt="0"/>
      <dgm:spPr/>
    </dgm:pt>
    <dgm:pt modelId="{D3E198A4-0FE3-BE4D-90C7-6CAF60A6D6B2}" type="pres">
      <dgm:prSet presAssocID="{DA40C959-0489-4101-8F78-C2DA8E709D5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EDFB345-61D8-A243-9028-15E0D6D7098E}" type="pres">
      <dgm:prSet presAssocID="{17962102-FDFC-4889-92DE-960119F56DDE}" presName="spacer" presStyleCnt="0"/>
      <dgm:spPr/>
    </dgm:pt>
    <dgm:pt modelId="{5300654F-2ED5-D246-B924-A8B45408CE19}" type="pres">
      <dgm:prSet presAssocID="{BD6008B1-985E-4C1B-BA4A-AAD04CAE676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F1EAD1A-245D-418A-A9AB-66B301685903}" srcId="{314E8383-C216-4A39-835A-597AF523691D}" destId="{BD6008B1-985E-4C1B-BA4A-AAD04CAE6760}" srcOrd="5" destOrd="0" parTransId="{A9E5BE50-7D2C-46F2-88B2-1E3566807E20}" sibTransId="{5C4C82AF-1CA8-4641-8618-E7A0183301A9}"/>
    <dgm:cxn modelId="{C7FEE124-FE29-854D-BCA7-7F34CAC4779D}" type="presOf" srcId="{0B88226E-3E17-4E54-BD3A-B44518FBAB2D}" destId="{1A86388F-30F1-C243-B888-03392125D97F}" srcOrd="0" destOrd="0" presId="urn:microsoft.com/office/officeart/2005/8/layout/vList2"/>
    <dgm:cxn modelId="{3CB43139-DF00-4DF3-8A81-E303DEFBD3DF}" srcId="{314E8383-C216-4A39-835A-597AF523691D}" destId="{0B88226E-3E17-4E54-BD3A-B44518FBAB2D}" srcOrd="0" destOrd="0" parTransId="{0C3BC991-66B4-4742-80C0-0809E854047A}" sibTransId="{01D81D5F-4EEE-443D-B368-9B5632098A16}"/>
    <dgm:cxn modelId="{1E90014A-7115-41A8-9B5B-698BBC9A5F2F}" srcId="{314E8383-C216-4A39-835A-597AF523691D}" destId="{42E5CCB8-87FF-4F94-B6F9-71A028489FBF}" srcOrd="3" destOrd="0" parTransId="{B4384435-DF9A-4FDE-8A49-D715E58E9F69}" sibTransId="{519F83DE-8ADB-42D0-9115-65E87F2C09E8}"/>
    <dgm:cxn modelId="{23B5BB86-FD7F-44CD-9616-91EF595C60E1}" srcId="{314E8383-C216-4A39-835A-597AF523691D}" destId="{9DDF1703-D999-424D-BABA-78ABF617E7EF}" srcOrd="1" destOrd="0" parTransId="{22C73AEA-AAB3-45AF-A832-24C850C7F1AC}" sibTransId="{634EC370-8E34-4DAD-A30A-A9AD04E7F8A4}"/>
    <dgm:cxn modelId="{06D1C88A-3AEA-0B48-B59B-008FC2FF2D86}" type="presOf" srcId="{314E8383-C216-4A39-835A-597AF523691D}" destId="{BFECB171-039C-6F46-B6C3-DE44D034E6B8}" srcOrd="0" destOrd="0" presId="urn:microsoft.com/office/officeart/2005/8/layout/vList2"/>
    <dgm:cxn modelId="{F2627AA3-AB13-CA4B-8327-6C49609105DD}" type="presOf" srcId="{66C5D387-6B51-4438-9230-5CA7934E7D79}" destId="{D7CEC367-8533-594C-BA17-789224B13A8D}" srcOrd="0" destOrd="0" presId="urn:microsoft.com/office/officeart/2005/8/layout/vList2"/>
    <dgm:cxn modelId="{8CA752BE-AC8F-4469-A623-4FE6EBC3421A}" srcId="{314E8383-C216-4A39-835A-597AF523691D}" destId="{66C5D387-6B51-4438-9230-5CA7934E7D79}" srcOrd="2" destOrd="0" parTransId="{B56E0BA1-A25D-4729-9C28-081E1F2A8B92}" sibTransId="{ED8E0448-75C8-4803-9744-4BAB2653D5E9}"/>
    <dgm:cxn modelId="{32D962D4-BD1E-6140-88D6-D733AC2FC061}" type="presOf" srcId="{9DDF1703-D999-424D-BABA-78ABF617E7EF}" destId="{FD5E0B1A-5BA1-9D43-83EC-3881EE570E1D}" srcOrd="0" destOrd="0" presId="urn:microsoft.com/office/officeart/2005/8/layout/vList2"/>
    <dgm:cxn modelId="{3210E9D4-796E-A84D-B283-C2B10120C1C9}" type="presOf" srcId="{DA40C959-0489-4101-8F78-C2DA8E709D5E}" destId="{D3E198A4-0FE3-BE4D-90C7-6CAF60A6D6B2}" srcOrd="0" destOrd="0" presId="urn:microsoft.com/office/officeart/2005/8/layout/vList2"/>
    <dgm:cxn modelId="{96519AEB-43AB-C847-8FDC-5DC38DEDFC06}" type="presOf" srcId="{42E5CCB8-87FF-4F94-B6F9-71A028489FBF}" destId="{4A58747B-0400-314C-8F61-CFC173AF79EF}" srcOrd="0" destOrd="0" presId="urn:microsoft.com/office/officeart/2005/8/layout/vList2"/>
    <dgm:cxn modelId="{8CFCB6F3-4CB2-400A-9150-2A9AFE558A38}" srcId="{314E8383-C216-4A39-835A-597AF523691D}" destId="{DA40C959-0489-4101-8F78-C2DA8E709D5E}" srcOrd="4" destOrd="0" parTransId="{D05C25EE-8B90-4116-893D-60B63458A032}" sibTransId="{17962102-FDFC-4889-92DE-960119F56DDE}"/>
    <dgm:cxn modelId="{11794FFF-8C70-964C-B114-0032D56FD872}" type="presOf" srcId="{BD6008B1-985E-4C1B-BA4A-AAD04CAE6760}" destId="{5300654F-2ED5-D246-B924-A8B45408CE19}" srcOrd="0" destOrd="0" presId="urn:microsoft.com/office/officeart/2005/8/layout/vList2"/>
    <dgm:cxn modelId="{67088D3A-174B-E040-8298-C22FBF647CC2}" type="presParOf" srcId="{BFECB171-039C-6F46-B6C3-DE44D034E6B8}" destId="{1A86388F-30F1-C243-B888-03392125D97F}" srcOrd="0" destOrd="0" presId="urn:microsoft.com/office/officeart/2005/8/layout/vList2"/>
    <dgm:cxn modelId="{7AB41EE0-9F79-3D4C-BAF3-11DC43599F38}" type="presParOf" srcId="{BFECB171-039C-6F46-B6C3-DE44D034E6B8}" destId="{21EE6779-2DA4-D94D-A837-F1D2D74764B3}" srcOrd="1" destOrd="0" presId="urn:microsoft.com/office/officeart/2005/8/layout/vList2"/>
    <dgm:cxn modelId="{6DAA8F05-8EE2-0F4C-BC29-657CCFAAFDAD}" type="presParOf" srcId="{BFECB171-039C-6F46-B6C3-DE44D034E6B8}" destId="{FD5E0B1A-5BA1-9D43-83EC-3881EE570E1D}" srcOrd="2" destOrd="0" presId="urn:microsoft.com/office/officeart/2005/8/layout/vList2"/>
    <dgm:cxn modelId="{DDEC012B-BFC0-FE4E-AC23-3B5929933769}" type="presParOf" srcId="{BFECB171-039C-6F46-B6C3-DE44D034E6B8}" destId="{608CD6BB-277C-ED45-924E-C1D8CC346FF7}" srcOrd="3" destOrd="0" presId="urn:microsoft.com/office/officeart/2005/8/layout/vList2"/>
    <dgm:cxn modelId="{D00EE886-8223-F94C-8368-565918DA3553}" type="presParOf" srcId="{BFECB171-039C-6F46-B6C3-DE44D034E6B8}" destId="{D7CEC367-8533-594C-BA17-789224B13A8D}" srcOrd="4" destOrd="0" presId="urn:microsoft.com/office/officeart/2005/8/layout/vList2"/>
    <dgm:cxn modelId="{1F307110-1C1A-6340-8F7B-06C84D100BDD}" type="presParOf" srcId="{BFECB171-039C-6F46-B6C3-DE44D034E6B8}" destId="{5E9BC2B2-9238-3642-B68F-737FDA8952B4}" srcOrd="5" destOrd="0" presId="urn:microsoft.com/office/officeart/2005/8/layout/vList2"/>
    <dgm:cxn modelId="{AA054251-40B6-1641-AEB0-B788214327C4}" type="presParOf" srcId="{BFECB171-039C-6F46-B6C3-DE44D034E6B8}" destId="{4A58747B-0400-314C-8F61-CFC173AF79EF}" srcOrd="6" destOrd="0" presId="urn:microsoft.com/office/officeart/2005/8/layout/vList2"/>
    <dgm:cxn modelId="{0B29D4B6-A7B5-7C43-A36D-1E10FBF4C0E1}" type="presParOf" srcId="{BFECB171-039C-6F46-B6C3-DE44D034E6B8}" destId="{0040E72B-B2D8-3B4A-A269-679F10A9F09C}" srcOrd="7" destOrd="0" presId="urn:microsoft.com/office/officeart/2005/8/layout/vList2"/>
    <dgm:cxn modelId="{7F4D1BEB-C2F3-B74C-A667-9DDAC0DC9C26}" type="presParOf" srcId="{BFECB171-039C-6F46-B6C3-DE44D034E6B8}" destId="{D3E198A4-0FE3-BE4D-90C7-6CAF60A6D6B2}" srcOrd="8" destOrd="0" presId="urn:microsoft.com/office/officeart/2005/8/layout/vList2"/>
    <dgm:cxn modelId="{BCF5E34B-B4E4-7E48-AD13-BDD7643FC561}" type="presParOf" srcId="{BFECB171-039C-6F46-B6C3-DE44D034E6B8}" destId="{DEDFB345-61D8-A243-9028-15E0D6D7098E}" srcOrd="9" destOrd="0" presId="urn:microsoft.com/office/officeart/2005/8/layout/vList2"/>
    <dgm:cxn modelId="{599F41DD-3CD5-2644-A5D8-43C115716AD7}" type="presParOf" srcId="{BFECB171-039C-6F46-B6C3-DE44D034E6B8}" destId="{5300654F-2ED5-D246-B924-A8B45408CE1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D8A95F-1EF1-4080-BF87-B5800F645C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227F61-D522-4ACE-B214-C3E5441AA0EE}">
      <dgm:prSet/>
      <dgm:spPr/>
      <dgm:t>
        <a:bodyPr/>
        <a:lstStyle/>
        <a:p>
          <a:r>
            <a:rPr lang="en-ID" b="0" i="0"/>
            <a:t>Frontend: Flutter</a:t>
          </a:r>
          <a:endParaRPr lang="en-US"/>
        </a:p>
      </dgm:t>
    </dgm:pt>
    <dgm:pt modelId="{ECA736B8-2413-4E9E-A149-0C79CD702A4C}" type="parTrans" cxnId="{F2970FF1-A989-4268-8330-0C18D5122889}">
      <dgm:prSet/>
      <dgm:spPr/>
      <dgm:t>
        <a:bodyPr/>
        <a:lstStyle/>
        <a:p>
          <a:endParaRPr lang="en-US"/>
        </a:p>
      </dgm:t>
    </dgm:pt>
    <dgm:pt modelId="{5FC370D4-60A8-4796-B01D-F390B61815A1}" type="sibTrans" cxnId="{F2970FF1-A989-4268-8330-0C18D5122889}">
      <dgm:prSet/>
      <dgm:spPr/>
      <dgm:t>
        <a:bodyPr/>
        <a:lstStyle/>
        <a:p>
          <a:endParaRPr lang="en-US"/>
        </a:p>
      </dgm:t>
    </dgm:pt>
    <dgm:pt modelId="{4FC3E3D0-2F7D-4DB0-B2D6-F9D48FE3A9D5}">
      <dgm:prSet/>
      <dgm:spPr/>
      <dgm:t>
        <a:bodyPr/>
        <a:lstStyle/>
        <a:p>
          <a:r>
            <a:rPr lang="en-ID" b="0" i="0"/>
            <a:t>State Management: Provider</a:t>
          </a:r>
          <a:endParaRPr lang="en-US"/>
        </a:p>
      </dgm:t>
    </dgm:pt>
    <dgm:pt modelId="{DBBC5D52-467E-4B72-8792-9318B28810E4}" type="parTrans" cxnId="{BFEB202A-8B7A-49A5-8B2D-C6209C8820E2}">
      <dgm:prSet/>
      <dgm:spPr/>
      <dgm:t>
        <a:bodyPr/>
        <a:lstStyle/>
        <a:p>
          <a:endParaRPr lang="en-US"/>
        </a:p>
      </dgm:t>
    </dgm:pt>
    <dgm:pt modelId="{6D49E710-781D-43B5-B51C-ADF1968393F0}" type="sibTrans" cxnId="{BFEB202A-8B7A-49A5-8B2D-C6209C8820E2}">
      <dgm:prSet/>
      <dgm:spPr/>
      <dgm:t>
        <a:bodyPr/>
        <a:lstStyle/>
        <a:p>
          <a:endParaRPr lang="en-US"/>
        </a:p>
      </dgm:t>
    </dgm:pt>
    <dgm:pt modelId="{96DB3D58-FE6E-431F-B620-4449CF7863AA}">
      <dgm:prSet/>
      <dgm:spPr/>
      <dgm:t>
        <a:bodyPr/>
        <a:lstStyle/>
        <a:p>
          <a:r>
            <a:rPr lang="en-ID" b="0" i="0"/>
            <a:t>Backend: Golang (Gin)</a:t>
          </a:r>
          <a:endParaRPr lang="en-US"/>
        </a:p>
      </dgm:t>
    </dgm:pt>
    <dgm:pt modelId="{820453BC-A615-4793-BF26-ED9BE30E4209}" type="parTrans" cxnId="{6534C677-11B2-4F02-B314-DE46B36AE1BB}">
      <dgm:prSet/>
      <dgm:spPr/>
      <dgm:t>
        <a:bodyPr/>
        <a:lstStyle/>
        <a:p>
          <a:endParaRPr lang="en-US"/>
        </a:p>
      </dgm:t>
    </dgm:pt>
    <dgm:pt modelId="{A0723730-B0CE-4106-979D-A807B4E2706B}" type="sibTrans" cxnId="{6534C677-11B2-4F02-B314-DE46B36AE1BB}">
      <dgm:prSet/>
      <dgm:spPr/>
      <dgm:t>
        <a:bodyPr/>
        <a:lstStyle/>
        <a:p>
          <a:endParaRPr lang="en-US"/>
        </a:p>
      </dgm:t>
    </dgm:pt>
    <dgm:pt modelId="{E1C75E2B-37F4-41BE-954B-AFBD11062788}">
      <dgm:prSet/>
      <dgm:spPr/>
      <dgm:t>
        <a:bodyPr/>
        <a:lstStyle/>
        <a:p>
          <a:r>
            <a:rPr lang="en-ID" b="0" i="0"/>
            <a:t>Database: MySQL</a:t>
          </a:r>
          <a:endParaRPr lang="en-US"/>
        </a:p>
      </dgm:t>
    </dgm:pt>
    <dgm:pt modelId="{F576AE2E-2387-4DBF-9E90-09CC58C76C75}" type="parTrans" cxnId="{72B63830-D0FD-4967-BE2C-AFBC74CC3313}">
      <dgm:prSet/>
      <dgm:spPr/>
      <dgm:t>
        <a:bodyPr/>
        <a:lstStyle/>
        <a:p>
          <a:endParaRPr lang="en-US"/>
        </a:p>
      </dgm:t>
    </dgm:pt>
    <dgm:pt modelId="{7B85EDCF-8D61-4F20-AB8F-F55EECE3B15F}" type="sibTrans" cxnId="{72B63830-D0FD-4967-BE2C-AFBC74CC3313}">
      <dgm:prSet/>
      <dgm:spPr/>
      <dgm:t>
        <a:bodyPr/>
        <a:lstStyle/>
        <a:p>
          <a:endParaRPr lang="en-US"/>
        </a:p>
      </dgm:t>
    </dgm:pt>
    <dgm:pt modelId="{179D4EBF-34EF-402E-ADC1-B8D92330F13E}">
      <dgm:prSet/>
      <dgm:spPr/>
      <dgm:t>
        <a:bodyPr/>
        <a:lstStyle/>
        <a:p>
          <a:r>
            <a:rPr lang="en-ID" b="0" i="0"/>
            <a:t>Authentication: Firebase</a:t>
          </a:r>
          <a:endParaRPr lang="en-US"/>
        </a:p>
      </dgm:t>
    </dgm:pt>
    <dgm:pt modelId="{3CA2EEDE-B5CD-4A60-9CE0-A84772EF1CD4}" type="parTrans" cxnId="{24196E3D-7C9D-4FDF-A72A-FC7B8763FE6E}">
      <dgm:prSet/>
      <dgm:spPr/>
      <dgm:t>
        <a:bodyPr/>
        <a:lstStyle/>
        <a:p>
          <a:endParaRPr lang="en-US"/>
        </a:p>
      </dgm:t>
    </dgm:pt>
    <dgm:pt modelId="{EF6C05E1-4DA9-41E5-AA2E-CEAE4A86B2E7}" type="sibTrans" cxnId="{24196E3D-7C9D-4FDF-A72A-FC7B8763FE6E}">
      <dgm:prSet/>
      <dgm:spPr/>
      <dgm:t>
        <a:bodyPr/>
        <a:lstStyle/>
        <a:p>
          <a:endParaRPr lang="en-US"/>
        </a:p>
      </dgm:t>
    </dgm:pt>
    <dgm:pt modelId="{B8807DD8-5481-49D4-A9C6-4AB11AE87323}">
      <dgm:prSet/>
      <dgm:spPr/>
      <dgm:t>
        <a:bodyPr/>
        <a:lstStyle/>
        <a:p>
          <a:r>
            <a:rPr lang="en-ID" b="0" i="0"/>
            <a:t>Notification: Flutter Local Notifications</a:t>
          </a:r>
          <a:endParaRPr lang="en-US"/>
        </a:p>
      </dgm:t>
    </dgm:pt>
    <dgm:pt modelId="{F8B84E59-95E2-4FE5-A76A-75CE64FE959E}" type="parTrans" cxnId="{491F611D-82A4-4DF0-B698-A403AC354199}">
      <dgm:prSet/>
      <dgm:spPr/>
      <dgm:t>
        <a:bodyPr/>
        <a:lstStyle/>
        <a:p>
          <a:endParaRPr lang="en-US"/>
        </a:p>
      </dgm:t>
    </dgm:pt>
    <dgm:pt modelId="{5DE16FEF-4AE7-4AF5-BEEC-F307089DA8A0}" type="sibTrans" cxnId="{491F611D-82A4-4DF0-B698-A403AC354199}">
      <dgm:prSet/>
      <dgm:spPr/>
      <dgm:t>
        <a:bodyPr/>
        <a:lstStyle/>
        <a:p>
          <a:endParaRPr lang="en-US"/>
        </a:p>
      </dgm:t>
    </dgm:pt>
    <dgm:pt modelId="{F7BB4931-1E87-1E40-9918-18D74092B1D1}" type="pres">
      <dgm:prSet presAssocID="{C6D8A95F-1EF1-4080-BF87-B5800F645C97}" presName="linear" presStyleCnt="0">
        <dgm:presLayoutVars>
          <dgm:animLvl val="lvl"/>
          <dgm:resizeHandles val="exact"/>
        </dgm:presLayoutVars>
      </dgm:prSet>
      <dgm:spPr/>
    </dgm:pt>
    <dgm:pt modelId="{46E49EF7-B5B9-1742-B89C-8A17EAD6EEDB}" type="pres">
      <dgm:prSet presAssocID="{6E227F61-D522-4ACE-B214-C3E5441AA0E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C193CC1-F7E4-1D45-A4F7-0F2A3FFE3AA3}" type="pres">
      <dgm:prSet presAssocID="{5FC370D4-60A8-4796-B01D-F390B61815A1}" presName="spacer" presStyleCnt="0"/>
      <dgm:spPr/>
    </dgm:pt>
    <dgm:pt modelId="{CDAB1BEB-AC08-CD4D-AF36-B0C60CB63DF0}" type="pres">
      <dgm:prSet presAssocID="{4FC3E3D0-2F7D-4DB0-B2D6-F9D48FE3A9D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DF51AB5-F451-944A-B54C-B09786F269CB}" type="pres">
      <dgm:prSet presAssocID="{6D49E710-781D-43B5-B51C-ADF1968393F0}" presName="spacer" presStyleCnt="0"/>
      <dgm:spPr/>
    </dgm:pt>
    <dgm:pt modelId="{DA43C2D2-7BAF-0E41-B0A3-FD12F2E7F350}" type="pres">
      <dgm:prSet presAssocID="{96DB3D58-FE6E-431F-B620-4449CF7863A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A7271CA-1537-8440-A5DA-B3B6E637E09F}" type="pres">
      <dgm:prSet presAssocID="{A0723730-B0CE-4106-979D-A807B4E2706B}" presName="spacer" presStyleCnt="0"/>
      <dgm:spPr/>
    </dgm:pt>
    <dgm:pt modelId="{A8828F2E-DC4A-6D43-9764-47558DB6DEAE}" type="pres">
      <dgm:prSet presAssocID="{E1C75E2B-37F4-41BE-954B-AFBD1106278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AEAC343-04CD-E24E-9B31-835BB7D88611}" type="pres">
      <dgm:prSet presAssocID="{7B85EDCF-8D61-4F20-AB8F-F55EECE3B15F}" presName="spacer" presStyleCnt="0"/>
      <dgm:spPr/>
    </dgm:pt>
    <dgm:pt modelId="{5013BABE-4FA0-B148-816C-34D89DC93F6C}" type="pres">
      <dgm:prSet presAssocID="{179D4EBF-34EF-402E-ADC1-B8D92330F13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1FCC43F-395F-3C45-A995-E47A193E808F}" type="pres">
      <dgm:prSet presAssocID="{EF6C05E1-4DA9-41E5-AA2E-CEAE4A86B2E7}" presName="spacer" presStyleCnt="0"/>
      <dgm:spPr/>
    </dgm:pt>
    <dgm:pt modelId="{30662BBF-CBDE-0041-8D08-B1DE8748DF03}" type="pres">
      <dgm:prSet presAssocID="{B8807DD8-5481-49D4-A9C6-4AB11AE8732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91F611D-82A4-4DF0-B698-A403AC354199}" srcId="{C6D8A95F-1EF1-4080-BF87-B5800F645C97}" destId="{B8807DD8-5481-49D4-A9C6-4AB11AE87323}" srcOrd="5" destOrd="0" parTransId="{F8B84E59-95E2-4FE5-A76A-75CE64FE959E}" sibTransId="{5DE16FEF-4AE7-4AF5-BEEC-F307089DA8A0}"/>
    <dgm:cxn modelId="{BFEB202A-8B7A-49A5-8B2D-C6209C8820E2}" srcId="{C6D8A95F-1EF1-4080-BF87-B5800F645C97}" destId="{4FC3E3D0-2F7D-4DB0-B2D6-F9D48FE3A9D5}" srcOrd="1" destOrd="0" parTransId="{DBBC5D52-467E-4B72-8792-9318B28810E4}" sibTransId="{6D49E710-781D-43B5-B51C-ADF1968393F0}"/>
    <dgm:cxn modelId="{72B63830-D0FD-4967-BE2C-AFBC74CC3313}" srcId="{C6D8A95F-1EF1-4080-BF87-B5800F645C97}" destId="{E1C75E2B-37F4-41BE-954B-AFBD11062788}" srcOrd="3" destOrd="0" parTransId="{F576AE2E-2387-4DBF-9E90-09CC58C76C75}" sibTransId="{7B85EDCF-8D61-4F20-AB8F-F55EECE3B15F}"/>
    <dgm:cxn modelId="{9C459D39-4B18-0846-9073-8AD3C37CDA83}" type="presOf" srcId="{4FC3E3D0-2F7D-4DB0-B2D6-F9D48FE3A9D5}" destId="{CDAB1BEB-AC08-CD4D-AF36-B0C60CB63DF0}" srcOrd="0" destOrd="0" presId="urn:microsoft.com/office/officeart/2005/8/layout/vList2"/>
    <dgm:cxn modelId="{24196E3D-7C9D-4FDF-A72A-FC7B8763FE6E}" srcId="{C6D8A95F-1EF1-4080-BF87-B5800F645C97}" destId="{179D4EBF-34EF-402E-ADC1-B8D92330F13E}" srcOrd="4" destOrd="0" parTransId="{3CA2EEDE-B5CD-4A60-9CE0-A84772EF1CD4}" sibTransId="{EF6C05E1-4DA9-41E5-AA2E-CEAE4A86B2E7}"/>
    <dgm:cxn modelId="{99EB1C4D-0ED4-F646-92F7-CCEDEACD9876}" type="presOf" srcId="{96DB3D58-FE6E-431F-B620-4449CF7863AA}" destId="{DA43C2D2-7BAF-0E41-B0A3-FD12F2E7F350}" srcOrd="0" destOrd="0" presId="urn:microsoft.com/office/officeart/2005/8/layout/vList2"/>
    <dgm:cxn modelId="{95D23671-6A60-F44E-A905-4FC2050FCB12}" type="presOf" srcId="{B8807DD8-5481-49D4-A9C6-4AB11AE87323}" destId="{30662BBF-CBDE-0041-8D08-B1DE8748DF03}" srcOrd="0" destOrd="0" presId="urn:microsoft.com/office/officeart/2005/8/layout/vList2"/>
    <dgm:cxn modelId="{D88EC676-2D53-8A4B-8BA3-C7D3370DAA5F}" type="presOf" srcId="{6E227F61-D522-4ACE-B214-C3E5441AA0EE}" destId="{46E49EF7-B5B9-1742-B89C-8A17EAD6EEDB}" srcOrd="0" destOrd="0" presId="urn:microsoft.com/office/officeart/2005/8/layout/vList2"/>
    <dgm:cxn modelId="{D370AA77-E4E6-E849-9256-210D5D6A1575}" type="presOf" srcId="{179D4EBF-34EF-402E-ADC1-B8D92330F13E}" destId="{5013BABE-4FA0-B148-816C-34D89DC93F6C}" srcOrd="0" destOrd="0" presId="urn:microsoft.com/office/officeart/2005/8/layout/vList2"/>
    <dgm:cxn modelId="{6534C677-11B2-4F02-B314-DE46B36AE1BB}" srcId="{C6D8A95F-1EF1-4080-BF87-B5800F645C97}" destId="{96DB3D58-FE6E-431F-B620-4449CF7863AA}" srcOrd="2" destOrd="0" parTransId="{820453BC-A615-4793-BF26-ED9BE30E4209}" sibTransId="{A0723730-B0CE-4106-979D-A807B4E2706B}"/>
    <dgm:cxn modelId="{4829BDAF-0DAD-D24B-A00A-C4C79559BD74}" type="presOf" srcId="{C6D8A95F-1EF1-4080-BF87-B5800F645C97}" destId="{F7BB4931-1E87-1E40-9918-18D74092B1D1}" srcOrd="0" destOrd="0" presId="urn:microsoft.com/office/officeart/2005/8/layout/vList2"/>
    <dgm:cxn modelId="{ECAEEBBC-242E-F747-8885-29D666BA9FCB}" type="presOf" srcId="{E1C75E2B-37F4-41BE-954B-AFBD11062788}" destId="{A8828F2E-DC4A-6D43-9764-47558DB6DEAE}" srcOrd="0" destOrd="0" presId="urn:microsoft.com/office/officeart/2005/8/layout/vList2"/>
    <dgm:cxn modelId="{F2970FF1-A989-4268-8330-0C18D5122889}" srcId="{C6D8A95F-1EF1-4080-BF87-B5800F645C97}" destId="{6E227F61-D522-4ACE-B214-C3E5441AA0EE}" srcOrd="0" destOrd="0" parTransId="{ECA736B8-2413-4E9E-A149-0C79CD702A4C}" sibTransId="{5FC370D4-60A8-4796-B01D-F390B61815A1}"/>
    <dgm:cxn modelId="{5FA32C61-CCD2-2F4E-BC56-F279554D03ED}" type="presParOf" srcId="{F7BB4931-1E87-1E40-9918-18D74092B1D1}" destId="{46E49EF7-B5B9-1742-B89C-8A17EAD6EEDB}" srcOrd="0" destOrd="0" presId="urn:microsoft.com/office/officeart/2005/8/layout/vList2"/>
    <dgm:cxn modelId="{D22558BA-9542-ED4A-B5D5-B870ACCBA81D}" type="presParOf" srcId="{F7BB4931-1E87-1E40-9918-18D74092B1D1}" destId="{DC193CC1-F7E4-1D45-A4F7-0F2A3FFE3AA3}" srcOrd="1" destOrd="0" presId="urn:microsoft.com/office/officeart/2005/8/layout/vList2"/>
    <dgm:cxn modelId="{903C1645-E301-F34D-B3C4-0375855B5321}" type="presParOf" srcId="{F7BB4931-1E87-1E40-9918-18D74092B1D1}" destId="{CDAB1BEB-AC08-CD4D-AF36-B0C60CB63DF0}" srcOrd="2" destOrd="0" presId="urn:microsoft.com/office/officeart/2005/8/layout/vList2"/>
    <dgm:cxn modelId="{D19CBDCD-D91C-B141-898E-6D6239F3E70E}" type="presParOf" srcId="{F7BB4931-1E87-1E40-9918-18D74092B1D1}" destId="{5DF51AB5-F451-944A-B54C-B09786F269CB}" srcOrd="3" destOrd="0" presId="urn:microsoft.com/office/officeart/2005/8/layout/vList2"/>
    <dgm:cxn modelId="{29DBE261-F35B-6C41-AA1F-11FF9DB14A06}" type="presParOf" srcId="{F7BB4931-1E87-1E40-9918-18D74092B1D1}" destId="{DA43C2D2-7BAF-0E41-B0A3-FD12F2E7F350}" srcOrd="4" destOrd="0" presId="urn:microsoft.com/office/officeart/2005/8/layout/vList2"/>
    <dgm:cxn modelId="{FC7EB859-3847-DD41-9350-634E73BFFD18}" type="presParOf" srcId="{F7BB4931-1E87-1E40-9918-18D74092B1D1}" destId="{6A7271CA-1537-8440-A5DA-B3B6E637E09F}" srcOrd="5" destOrd="0" presId="urn:microsoft.com/office/officeart/2005/8/layout/vList2"/>
    <dgm:cxn modelId="{C5DDB061-90D1-1A43-9F14-2C564DC5D533}" type="presParOf" srcId="{F7BB4931-1E87-1E40-9918-18D74092B1D1}" destId="{A8828F2E-DC4A-6D43-9764-47558DB6DEAE}" srcOrd="6" destOrd="0" presId="urn:microsoft.com/office/officeart/2005/8/layout/vList2"/>
    <dgm:cxn modelId="{2F7E7227-96EA-F14E-A2CE-2D73E8BCDBD3}" type="presParOf" srcId="{F7BB4931-1E87-1E40-9918-18D74092B1D1}" destId="{6AEAC343-04CD-E24E-9B31-835BB7D88611}" srcOrd="7" destOrd="0" presId="urn:microsoft.com/office/officeart/2005/8/layout/vList2"/>
    <dgm:cxn modelId="{4B10597B-F1B7-8141-8D54-217BDFD48AF3}" type="presParOf" srcId="{F7BB4931-1E87-1E40-9918-18D74092B1D1}" destId="{5013BABE-4FA0-B148-816C-34D89DC93F6C}" srcOrd="8" destOrd="0" presId="urn:microsoft.com/office/officeart/2005/8/layout/vList2"/>
    <dgm:cxn modelId="{00C8D171-E263-E942-AC14-BF5CED70A097}" type="presParOf" srcId="{F7BB4931-1E87-1E40-9918-18D74092B1D1}" destId="{91FCC43F-395F-3C45-A995-E47A193E808F}" srcOrd="9" destOrd="0" presId="urn:microsoft.com/office/officeart/2005/8/layout/vList2"/>
    <dgm:cxn modelId="{D41A0082-2908-2143-9564-BC5DE7150818}" type="presParOf" srcId="{F7BB4931-1E87-1E40-9918-18D74092B1D1}" destId="{30662BBF-CBDE-0041-8D08-B1DE8748DF0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2D9888-3F1C-4EE8-A622-BFC0ED647471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0389680-17DE-4A93-A660-D078569D6E04}">
      <dgm:prSet/>
      <dgm:spPr/>
      <dgm:t>
        <a:bodyPr/>
        <a:lstStyle/>
        <a:p>
          <a:r>
            <a:rPr lang="en-ID" b="0" i="0"/>
            <a:t>User → Flutter → REST API → Golang → MySQL</a:t>
          </a:r>
          <a:endParaRPr lang="en-US"/>
        </a:p>
      </dgm:t>
    </dgm:pt>
    <dgm:pt modelId="{0BE0D7A1-951A-4257-863A-640A6B2D40EF}" type="parTrans" cxnId="{56117789-2654-42D8-899F-62D1D0AD822B}">
      <dgm:prSet/>
      <dgm:spPr/>
      <dgm:t>
        <a:bodyPr/>
        <a:lstStyle/>
        <a:p>
          <a:endParaRPr lang="en-US"/>
        </a:p>
      </dgm:t>
    </dgm:pt>
    <dgm:pt modelId="{668832A0-EDBC-44EB-AA36-597772683662}" type="sibTrans" cxnId="{56117789-2654-42D8-899F-62D1D0AD822B}">
      <dgm:prSet/>
      <dgm:spPr/>
      <dgm:t>
        <a:bodyPr/>
        <a:lstStyle/>
        <a:p>
          <a:endParaRPr lang="en-US"/>
        </a:p>
      </dgm:t>
    </dgm:pt>
    <dgm:pt modelId="{1954B5D7-1E73-44B1-8EAD-6514EA16F69A}">
      <dgm:prSet/>
      <dgm:spPr/>
      <dgm:t>
        <a:bodyPr/>
        <a:lstStyle/>
        <a:p>
          <a:r>
            <a:rPr lang="en-ID" b="0" i="0"/>
            <a:t>Firebase Authentication untuk login &amp; verifikasi.</a:t>
          </a:r>
          <a:endParaRPr lang="en-US"/>
        </a:p>
      </dgm:t>
    </dgm:pt>
    <dgm:pt modelId="{2DA8C1B0-E24A-4F8E-B0F9-2C0B9EA58604}" type="parTrans" cxnId="{9EAD627C-E5AD-48A6-8B66-EC1D822A05A2}">
      <dgm:prSet/>
      <dgm:spPr/>
      <dgm:t>
        <a:bodyPr/>
        <a:lstStyle/>
        <a:p>
          <a:endParaRPr lang="en-US"/>
        </a:p>
      </dgm:t>
    </dgm:pt>
    <dgm:pt modelId="{652841BA-F788-4847-8D9B-DF16E73FFE31}" type="sibTrans" cxnId="{9EAD627C-E5AD-48A6-8B66-EC1D822A05A2}">
      <dgm:prSet/>
      <dgm:spPr/>
      <dgm:t>
        <a:bodyPr/>
        <a:lstStyle/>
        <a:p>
          <a:endParaRPr lang="en-US"/>
        </a:p>
      </dgm:t>
    </dgm:pt>
    <dgm:pt modelId="{8244B3E4-D719-4547-B2A8-FC7E22B2CA70}" type="pres">
      <dgm:prSet presAssocID="{762D9888-3F1C-4EE8-A622-BFC0ED647471}" presName="Name0" presStyleCnt="0">
        <dgm:presLayoutVars>
          <dgm:dir/>
          <dgm:animLvl val="lvl"/>
          <dgm:resizeHandles val="exact"/>
        </dgm:presLayoutVars>
      </dgm:prSet>
      <dgm:spPr/>
    </dgm:pt>
    <dgm:pt modelId="{3A79AA9A-828F-9D44-9CF7-F8DA82406E0E}" type="pres">
      <dgm:prSet presAssocID="{1954B5D7-1E73-44B1-8EAD-6514EA16F69A}" presName="boxAndChildren" presStyleCnt="0"/>
      <dgm:spPr/>
    </dgm:pt>
    <dgm:pt modelId="{D7CA9D9A-57D1-9B48-B212-DF5FC656557B}" type="pres">
      <dgm:prSet presAssocID="{1954B5D7-1E73-44B1-8EAD-6514EA16F69A}" presName="parentTextBox" presStyleLbl="node1" presStyleIdx="0" presStyleCnt="2"/>
      <dgm:spPr/>
    </dgm:pt>
    <dgm:pt modelId="{B19CAB1F-7EE8-1846-9C69-2FB7A69B1DC2}" type="pres">
      <dgm:prSet presAssocID="{668832A0-EDBC-44EB-AA36-597772683662}" presName="sp" presStyleCnt="0"/>
      <dgm:spPr/>
    </dgm:pt>
    <dgm:pt modelId="{E0AF2DA0-0A1A-6642-BF31-B0407760E1CC}" type="pres">
      <dgm:prSet presAssocID="{90389680-17DE-4A93-A660-D078569D6E04}" presName="arrowAndChildren" presStyleCnt="0"/>
      <dgm:spPr/>
    </dgm:pt>
    <dgm:pt modelId="{BBE2EAD7-D02A-A443-88AF-A90DA760597C}" type="pres">
      <dgm:prSet presAssocID="{90389680-17DE-4A93-A660-D078569D6E04}" presName="parentTextArrow" presStyleLbl="node1" presStyleIdx="1" presStyleCnt="2"/>
      <dgm:spPr/>
    </dgm:pt>
  </dgm:ptLst>
  <dgm:cxnLst>
    <dgm:cxn modelId="{CE453A6D-0921-CA43-B63B-536B8436EEF3}" type="presOf" srcId="{1954B5D7-1E73-44B1-8EAD-6514EA16F69A}" destId="{D7CA9D9A-57D1-9B48-B212-DF5FC656557B}" srcOrd="0" destOrd="0" presId="urn:microsoft.com/office/officeart/2005/8/layout/process4"/>
    <dgm:cxn modelId="{9EAD627C-E5AD-48A6-8B66-EC1D822A05A2}" srcId="{762D9888-3F1C-4EE8-A622-BFC0ED647471}" destId="{1954B5D7-1E73-44B1-8EAD-6514EA16F69A}" srcOrd="1" destOrd="0" parTransId="{2DA8C1B0-E24A-4F8E-B0F9-2C0B9EA58604}" sibTransId="{652841BA-F788-4847-8D9B-DF16E73FFE31}"/>
    <dgm:cxn modelId="{D846B680-416D-7A49-8706-42FC94585359}" type="presOf" srcId="{762D9888-3F1C-4EE8-A622-BFC0ED647471}" destId="{8244B3E4-D719-4547-B2A8-FC7E22B2CA70}" srcOrd="0" destOrd="0" presId="urn:microsoft.com/office/officeart/2005/8/layout/process4"/>
    <dgm:cxn modelId="{56117789-2654-42D8-899F-62D1D0AD822B}" srcId="{762D9888-3F1C-4EE8-A622-BFC0ED647471}" destId="{90389680-17DE-4A93-A660-D078569D6E04}" srcOrd="0" destOrd="0" parTransId="{0BE0D7A1-951A-4257-863A-640A6B2D40EF}" sibTransId="{668832A0-EDBC-44EB-AA36-597772683662}"/>
    <dgm:cxn modelId="{DF9110D3-D636-F54A-8FC0-BC09003CEE59}" type="presOf" srcId="{90389680-17DE-4A93-A660-D078569D6E04}" destId="{BBE2EAD7-D02A-A443-88AF-A90DA760597C}" srcOrd="0" destOrd="0" presId="urn:microsoft.com/office/officeart/2005/8/layout/process4"/>
    <dgm:cxn modelId="{7BEC10CF-8C79-054C-8D8B-CB6F6F69CE6E}" type="presParOf" srcId="{8244B3E4-D719-4547-B2A8-FC7E22B2CA70}" destId="{3A79AA9A-828F-9D44-9CF7-F8DA82406E0E}" srcOrd="0" destOrd="0" presId="urn:microsoft.com/office/officeart/2005/8/layout/process4"/>
    <dgm:cxn modelId="{17511E16-99E5-F84F-B729-EF36EDB0CF98}" type="presParOf" srcId="{3A79AA9A-828F-9D44-9CF7-F8DA82406E0E}" destId="{D7CA9D9A-57D1-9B48-B212-DF5FC656557B}" srcOrd="0" destOrd="0" presId="urn:microsoft.com/office/officeart/2005/8/layout/process4"/>
    <dgm:cxn modelId="{0B629217-C7D7-024B-A74B-F043A970239D}" type="presParOf" srcId="{8244B3E4-D719-4547-B2A8-FC7E22B2CA70}" destId="{B19CAB1F-7EE8-1846-9C69-2FB7A69B1DC2}" srcOrd="1" destOrd="0" presId="urn:microsoft.com/office/officeart/2005/8/layout/process4"/>
    <dgm:cxn modelId="{995A9CC9-3F17-9844-B8FB-5E8B698CFF59}" type="presParOf" srcId="{8244B3E4-D719-4547-B2A8-FC7E22B2CA70}" destId="{E0AF2DA0-0A1A-6642-BF31-B0407760E1CC}" srcOrd="2" destOrd="0" presId="urn:microsoft.com/office/officeart/2005/8/layout/process4"/>
    <dgm:cxn modelId="{17D9D44E-2C59-8649-98C4-8FCD5A6FD253}" type="presParOf" srcId="{E0AF2DA0-0A1A-6642-BF31-B0407760E1CC}" destId="{BBE2EAD7-D02A-A443-88AF-A90DA760597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9C686F-4468-4C64-A04D-65ADDCE01B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5DFBD2-D14F-4EE8-90C8-D62EFDB183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 err="1"/>
            <a:t>Menampilkan</a:t>
          </a:r>
          <a:r>
            <a:rPr lang="en-US" b="0" i="0" dirty="0"/>
            <a:t> </a:t>
          </a:r>
          <a:r>
            <a:rPr lang="en-US" b="0" i="0" dirty="0" err="1"/>
            <a:t>katalog</a:t>
          </a:r>
          <a:r>
            <a:rPr lang="en-US" b="0" i="0" dirty="0"/>
            <a:t> laptop dan detail </a:t>
          </a:r>
          <a:r>
            <a:rPr lang="en-US" b="0" i="0" dirty="0" err="1"/>
            <a:t>produk</a:t>
          </a:r>
          <a:r>
            <a:rPr lang="en-US" b="0" i="0" dirty="0"/>
            <a:t> </a:t>
          </a:r>
          <a:r>
            <a:rPr lang="en-US" b="0" i="0" dirty="0" err="1"/>
            <a:t>dari</a:t>
          </a:r>
          <a:r>
            <a:rPr lang="en-US" b="0" i="0" dirty="0"/>
            <a:t> API.</a:t>
          </a:r>
          <a:endParaRPr lang="en-US" dirty="0"/>
        </a:p>
      </dgm:t>
    </dgm:pt>
    <dgm:pt modelId="{2F4A3E49-36DE-4354-9D8A-0E369EA8C583}" type="parTrans" cxnId="{4B0ED296-B36C-4ADB-B1DB-6D5B0944D936}">
      <dgm:prSet/>
      <dgm:spPr/>
      <dgm:t>
        <a:bodyPr/>
        <a:lstStyle/>
        <a:p>
          <a:endParaRPr lang="en-US"/>
        </a:p>
      </dgm:t>
    </dgm:pt>
    <dgm:pt modelId="{5A16619B-1AA8-4191-BCFC-749BF864F92E}" type="sibTrans" cxnId="{4B0ED296-B36C-4ADB-B1DB-6D5B0944D936}">
      <dgm:prSet/>
      <dgm:spPr/>
      <dgm:t>
        <a:bodyPr/>
        <a:lstStyle/>
        <a:p>
          <a:endParaRPr lang="en-US"/>
        </a:p>
      </dgm:t>
    </dgm:pt>
    <dgm:pt modelId="{5AD79118-BAAE-4929-88EB-F46C042397EB}" type="pres">
      <dgm:prSet presAssocID="{589C686F-4468-4C64-A04D-65ADDCE01B66}" presName="root" presStyleCnt="0">
        <dgm:presLayoutVars>
          <dgm:dir/>
          <dgm:resizeHandles val="exact"/>
        </dgm:presLayoutVars>
      </dgm:prSet>
      <dgm:spPr/>
    </dgm:pt>
    <dgm:pt modelId="{5E32D9D4-3DFB-44C8-8613-7F6C68C9F41A}" type="pres">
      <dgm:prSet presAssocID="{BD5DFBD2-D14F-4EE8-90C8-D62EFDB183E2}" presName="compNode" presStyleCnt="0"/>
      <dgm:spPr/>
    </dgm:pt>
    <dgm:pt modelId="{B7DCCB2F-DE6E-4251-832B-6FF634BBA33A}" type="pres">
      <dgm:prSet presAssocID="{BD5DFBD2-D14F-4EE8-90C8-D62EFDB183E2}" presName="iconBgRect" presStyleLbl="bgShp" presStyleIdx="0" presStyleCnt="1"/>
      <dgm:spPr/>
    </dgm:pt>
    <dgm:pt modelId="{72F30D05-2B3B-47EF-A85D-85D16BE3E138}" type="pres">
      <dgm:prSet presAssocID="{BD5DFBD2-D14F-4EE8-90C8-D62EFDB183E2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>
            <a:hlinkClick xmlns:r="http://schemas.openxmlformats.org/officeDocument/2006/relationships" r:id="rId2"/>
          </dgm14:cNvPr>
        </a:ext>
      </dgm:extLst>
    </dgm:pt>
    <dgm:pt modelId="{113A61E8-CA13-4ED1-B697-ABE5D1337A24}" type="pres">
      <dgm:prSet presAssocID="{BD5DFBD2-D14F-4EE8-90C8-D62EFDB183E2}" presName="spaceRect" presStyleCnt="0"/>
      <dgm:spPr/>
    </dgm:pt>
    <dgm:pt modelId="{D2F1365D-95E3-413E-9A45-23CA472727C7}" type="pres">
      <dgm:prSet presAssocID="{BD5DFBD2-D14F-4EE8-90C8-D62EFDB183E2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74D38C09-D29E-49B1-86BA-6634490186E0}" type="presOf" srcId="{BD5DFBD2-D14F-4EE8-90C8-D62EFDB183E2}" destId="{D2F1365D-95E3-413E-9A45-23CA472727C7}" srcOrd="0" destOrd="0" presId="urn:microsoft.com/office/officeart/2018/5/layout/IconCircleLabelList"/>
    <dgm:cxn modelId="{4B0ED296-B36C-4ADB-B1DB-6D5B0944D936}" srcId="{589C686F-4468-4C64-A04D-65ADDCE01B66}" destId="{BD5DFBD2-D14F-4EE8-90C8-D62EFDB183E2}" srcOrd="0" destOrd="0" parTransId="{2F4A3E49-36DE-4354-9D8A-0E369EA8C583}" sibTransId="{5A16619B-1AA8-4191-BCFC-749BF864F92E}"/>
    <dgm:cxn modelId="{7CAACAA5-56D2-4E8E-AB1E-8DE4D735B47A}" type="presOf" srcId="{589C686F-4468-4C64-A04D-65ADDCE01B66}" destId="{5AD79118-BAAE-4929-88EB-F46C042397EB}" srcOrd="0" destOrd="0" presId="urn:microsoft.com/office/officeart/2018/5/layout/IconCircleLabelList"/>
    <dgm:cxn modelId="{E4453192-1F7A-49DE-8500-88C27860DA48}" type="presParOf" srcId="{5AD79118-BAAE-4929-88EB-F46C042397EB}" destId="{5E32D9D4-3DFB-44C8-8613-7F6C68C9F41A}" srcOrd="0" destOrd="0" presId="urn:microsoft.com/office/officeart/2018/5/layout/IconCircleLabelList"/>
    <dgm:cxn modelId="{0220101A-4B15-432A-AC63-3DF0F67CF4CB}" type="presParOf" srcId="{5E32D9D4-3DFB-44C8-8613-7F6C68C9F41A}" destId="{B7DCCB2F-DE6E-4251-832B-6FF634BBA33A}" srcOrd="0" destOrd="0" presId="urn:microsoft.com/office/officeart/2018/5/layout/IconCircleLabelList"/>
    <dgm:cxn modelId="{0C5CE545-2CB9-4CB8-80EE-AD922C70B13B}" type="presParOf" srcId="{5E32D9D4-3DFB-44C8-8613-7F6C68C9F41A}" destId="{72F30D05-2B3B-47EF-A85D-85D16BE3E138}" srcOrd="1" destOrd="0" presId="urn:microsoft.com/office/officeart/2018/5/layout/IconCircleLabelList"/>
    <dgm:cxn modelId="{7D7EEA26-7E10-4D35-97EF-8D6D6F5E2B90}" type="presParOf" srcId="{5E32D9D4-3DFB-44C8-8613-7F6C68C9F41A}" destId="{113A61E8-CA13-4ED1-B697-ABE5D1337A24}" srcOrd="2" destOrd="0" presId="urn:microsoft.com/office/officeart/2018/5/layout/IconCircleLabelList"/>
    <dgm:cxn modelId="{5596CC62-D927-4B09-BA69-F402CDA3F00A}" type="presParOf" srcId="{5E32D9D4-3DFB-44C8-8613-7F6C68C9F41A}" destId="{D2F1365D-95E3-413E-9A45-23CA472727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6F5B6D-0743-4075-B860-22247AD8F7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8515A6A-E352-4376-838D-805F19AE273C}">
      <dgm:prSet/>
      <dgm:spPr/>
      <dgm:t>
        <a:bodyPr/>
        <a:lstStyle/>
        <a:p>
          <a:r>
            <a:rPr lang="en-US" b="0" i="0" dirty="0" err="1"/>
            <a:t>Tambah</a:t>
          </a:r>
          <a:r>
            <a:rPr lang="en-US" b="0" i="0" dirty="0"/>
            <a:t> </a:t>
          </a:r>
          <a:r>
            <a:rPr lang="en-US" b="0" i="0" dirty="0" err="1"/>
            <a:t>ke</a:t>
          </a:r>
          <a:r>
            <a:rPr lang="en-US" b="0" i="0" dirty="0"/>
            <a:t> Cart</a:t>
          </a:r>
          <a:endParaRPr lang="en-US" dirty="0"/>
        </a:p>
      </dgm:t>
    </dgm:pt>
    <dgm:pt modelId="{9E38A3AA-80B9-4C02-9B07-839FDADBC830}" type="parTrans" cxnId="{3B05B42E-DD14-4CD0-9E39-71B59D0AD300}">
      <dgm:prSet/>
      <dgm:spPr/>
      <dgm:t>
        <a:bodyPr/>
        <a:lstStyle/>
        <a:p>
          <a:endParaRPr lang="en-US"/>
        </a:p>
      </dgm:t>
    </dgm:pt>
    <dgm:pt modelId="{9ADEADA4-BD96-49E9-80A6-F13B41ECDFC6}" type="sibTrans" cxnId="{3B05B42E-DD14-4CD0-9E39-71B59D0AD300}">
      <dgm:prSet/>
      <dgm:spPr/>
      <dgm:t>
        <a:bodyPr/>
        <a:lstStyle/>
        <a:p>
          <a:endParaRPr lang="en-US"/>
        </a:p>
      </dgm:t>
    </dgm:pt>
    <dgm:pt modelId="{C89FEA8A-19F2-4CBD-B297-5576E390C5C5}">
      <dgm:prSet/>
      <dgm:spPr/>
      <dgm:t>
        <a:bodyPr/>
        <a:lstStyle/>
        <a:p>
          <a:r>
            <a:rPr lang="en-US" b="0" i="0"/>
            <a:t>Checkout</a:t>
          </a:r>
          <a:endParaRPr lang="en-US"/>
        </a:p>
      </dgm:t>
    </dgm:pt>
    <dgm:pt modelId="{A150B069-C054-4156-8CD3-544A8CCA5614}" type="parTrans" cxnId="{DBA0E671-0B35-40D8-B60F-D5D4ABA857B8}">
      <dgm:prSet/>
      <dgm:spPr/>
      <dgm:t>
        <a:bodyPr/>
        <a:lstStyle/>
        <a:p>
          <a:endParaRPr lang="en-US"/>
        </a:p>
      </dgm:t>
    </dgm:pt>
    <dgm:pt modelId="{DA916454-6FE8-431A-8A31-CB72F307EB7F}" type="sibTrans" cxnId="{DBA0E671-0B35-40D8-B60F-D5D4ABA857B8}">
      <dgm:prSet/>
      <dgm:spPr/>
      <dgm:t>
        <a:bodyPr/>
        <a:lstStyle/>
        <a:p>
          <a:endParaRPr lang="en-US"/>
        </a:p>
      </dgm:t>
    </dgm:pt>
    <dgm:pt modelId="{171E15F5-0EA1-442B-A837-AEBFD38B5911}">
      <dgm:prSet/>
      <dgm:spPr/>
      <dgm:t>
        <a:bodyPr/>
        <a:lstStyle/>
        <a:p>
          <a:r>
            <a:rPr lang="en-US" b="0" i="0"/>
            <a:t>Payment Summary</a:t>
          </a:r>
          <a:endParaRPr lang="en-US"/>
        </a:p>
      </dgm:t>
    </dgm:pt>
    <dgm:pt modelId="{49F39898-0458-4708-81DB-9EA6768642BC}" type="parTrans" cxnId="{AE2FCFA3-8438-4C9B-832E-097C1E339738}">
      <dgm:prSet/>
      <dgm:spPr/>
      <dgm:t>
        <a:bodyPr/>
        <a:lstStyle/>
        <a:p>
          <a:endParaRPr lang="en-US"/>
        </a:p>
      </dgm:t>
    </dgm:pt>
    <dgm:pt modelId="{24A1D897-4199-4B87-BFD3-4794B5CE6532}" type="sibTrans" cxnId="{AE2FCFA3-8438-4C9B-832E-097C1E339738}">
      <dgm:prSet/>
      <dgm:spPr/>
      <dgm:t>
        <a:bodyPr/>
        <a:lstStyle/>
        <a:p>
          <a:endParaRPr lang="en-US"/>
        </a:p>
      </dgm:t>
    </dgm:pt>
    <dgm:pt modelId="{CE5F5133-662B-4EAF-9224-BB7DC05367A1}">
      <dgm:prSet/>
      <dgm:spPr/>
      <dgm:t>
        <a:bodyPr/>
        <a:lstStyle/>
        <a:p>
          <a:r>
            <a:rPr lang="en-US" b="0" i="0"/>
            <a:t>Finished</a:t>
          </a:r>
          <a:endParaRPr lang="en-US"/>
        </a:p>
      </dgm:t>
    </dgm:pt>
    <dgm:pt modelId="{534D2CA7-B95A-4F7E-8419-E30F719375A0}" type="parTrans" cxnId="{0482E9F6-4A0D-4499-AC83-B6C12E770E6C}">
      <dgm:prSet/>
      <dgm:spPr/>
      <dgm:t>
        <a:bodyPr/>
        <a:lstStyle/>
        <a:p>
          <a:endParaRPr lang="en-US"/>
        </a:p>
      </dgm:t>
    </dgm:pt>
    <dgm:pt modelId="{6088D878-58A4-4EEE-BA0B-F1EDA374E400}" type="sibTrans" cxnId="{0482E9F6-4A0D-4499-AC83-B6C12E770E6C}">
      <dgm:prSet/>
      <dgm:spPr/>
      <dgm:t>
        <a:bodyPr/>
        <a:lstStyle/>
        <a:p>
          <a:endParaRPr lang="en-US"/>
        </a:p>
      </dgm:t>
    </dgm:pt>
    <dgm:pt modelId="{6F467A28-441A-4815-86D2-8D60F24E28A2}">
      <dgm:prSet/>
      <dgm:spPr/>
      <dgm:t>
        <a:bodyPr/>
        <a:lstStyle/>
        <a:p>
          <a:r>
            <a:rPr lang="en-US" b="0" i="0" dirty="0"/>
            <a:t>Keranjang </a:t>
          </a:r>
          <a:r>
            <a:rPr lang="en-US" b="0" i="0" dirty="0" err="1"/>
            <a:t>kosong</a:t>
          </a:r>
          <a:r>
            <a:rPr lang="en-US" b="0" i="0" dirty="0"/>
            <a:t> </a:t>
          </a:r>
          <a:r>
            <a:rPr lang="en-US" b="0" i="0" dirty="0" err="1"/>
            <a:t>kembali</a:t>
          </a:r>
          <a:endParaRPr lang="en-US" dirty="0"/>
        </a:p>
      </dgm:t>
    </dgm:pt>
    <dgm:pt modelId="{BB0B1CD5-DDB9-4BC6-81A6-0559C8495352}" type="parTrans" cxnId="{43C10622-8290-47B3-9B9C-C4D52FF1F038}">
      <dgm:prSet/>
      <dgm:spPr/>
      <dgm:t>
        <a:bodyPr/>
        <a:lstStyle/>
        <a:p>
          <a:endParaRPr lang="en-US"/>
        </a:p>
      </dgm:t>
    </dgm:pt>
    <dgm:pt modelId="{86BB858C-6F06-4EC5-BFC1-3DF642F9460C}" type="sibTrans" cxnId="{43C10622-8290-47B3-9B9C-C4D52FF1F038}">
      <dgm:prSet/>
      <dgm:spPr/>
      <dgm:t>
        <a:bodyPr/>
        <a:lstStyle/>
        <a:p>
          <a:endParaRPr lang="en-US"/>
        </a:p>
      </dgm:t>
    </dgm:pt>
    <dgm:pt modelId="{A4E324DC-6B04-4A54-93CE-AA6DA02ADC55}" type="pres">
      <dgm:prSet presAssocID="{356F5B6D-0743-4075-B860-22247AD8F72A}" presName="root" presStyleCnt="0">
        <dgm:presLayoutVars>
          <dgm:dir/>
          <dgm:resizeHandles val="exact"/>
        </dgm:presLayoutVars>
      </dgm:prSet>
      <dgm:spPr/>
    </dgm:pt>
    <dgm:pt modelId="{7F2885D7-35C4-49B7-86BE-3DBDB17AA294}" type="pres">
      <dgm:prSet presAssocID="{A8515A6A-E352-4376-838D-805F19AE273C}" presName="compNode" presStyleCnt="0"/>
      <dgm:spPr/>
    </dgm:pt>
    <dgm:pt modelId="{91C2FD8A-9CC9-4AA5-81AA-FBCE3401742B}" type="pres">
      <dgm:prSet presAssocID="{A8515A6A-E352-4376-838D-805F19AE273C}" presName="bgRect" presStyleLbl="bgShp" presStyleIdx="0" presStyleCnt="5" custLinFactNeighborX="-7228" custLinFactNeighborY="-1247"/>
      <dgm:spPr/>
    </dgm:pt>
    <dgm:pt modelId="{82F561F0-D8ED-4C8F-9E4C-D949C68D5BBA}" type="pres">
      <dgm:prSet presAssocID="{A8515A6A-E352-4376-838D-805F19AE273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>
            <a:hlinkClick xmlns:r="http://schemas.openxmlformats.org/officeDocument/2006/relationships" r:id="rId2"/>
          </dgm14:cNvPr>
        </a:ext>
      </dgm:extLst>
    </dgm:pt>
    <dgm:pt modelId="{B609FDF7-89FD-4A47-AF47-1832873CF5DB}" type="pres">
      <dgm:prSet presAssocID="{A8515A6A-E352-4376-838D-805F19AE273C}" presName="spaceRect" presStyleCnt="0"/>
      <dgm:spPr/>
    </dgm:pt>
    <dgm:pt modelId="{9C2BF5EB-C8E1-4D2A-8FF9-45394CFD2E70}" type="pres">
      <dgm:prSet presAssocID="{A8515A6A-E352-4376-838D-805F19AE273C}" presName="parTx" presStyleLbl="revTx" presStyleIdx="0" presStyleCnt="5">
        <dgm:presLayoutVars>
          <dgm:chMax val="0"/>
          <dgm:chPref val="0"/>
        </dgm:presLayoutVars>
      </dgm:prSet>
      <dgm:spPr/>
    </dgm:pt>
    <dgm:pt modelId="{24B64FDA-12B9-41E9-8D4A-B05B4FA72704}" type="pres">
      <dgm:prSet presAssocID="{9ADEADA4-BD96-49E9-80A6-F13B41ECDFC6}" presName="sibTrans" presStyleCnt="0"/>
      <dgm:spPr/>
    </dgm:pt>
    <dgm:pt modelId="{CDE1C7AD-1A9D-4765-BAE1-F74F3F66ACCF}" type="pres">
      <dgm:prSet presAssocID="{C89FEA8A-19F2-4CBD-B297-5576E390C5C5}" presName="compNode" presStyleCnt="0"/>
      <dgm:spPr/>
    </dgm:pt>
    <dgm:pt modelId="{BEFA9D44-E344-4A02-8426-3CC251B0C116}" type="pres">
      <dgm:prSet presAssocID="{C89FEA8A-19F2-4CBD-B297-5576E390C5C5}" presName="bgRect" presStyleLbl="bgShp" presStyleIdx="1" presStyleCnt="5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/>
          </dgm14:cNvPr>
        </a:ext>
      </dgm:extLst>
    </dgm:pt>
    <dgm:pt modelId="{788EBE3B-CF26-4151-896F-64D30F2761D3}" type="pres">
      <dgm:prSet presAssocID="{C89FEA8A-19F2-4CBD-B297-5576E390C5C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DAEFF2A-002B-492E-9FBD-F6FC7E4CFEA4}" type="pres">
      <dgm:prSet presAssocID="{C89FEA8A-19F2-4CBD-B297-5576E390C5C5}" presName="spaceRect" presStyleCnt="0"/>
      <dgm:spPr/>
    </dgm:pt>
    <dgm:pt modelId="{FE41EA54-A0B2-4BEB-BB4A-036EE8227C84}" type="pres">
      <dgm:prSet presAssocID="{C89FEA8A-19F2-4CBD-B297-5576E390C5C5}" presName="parTx" presStyleLbl="revTx" presStyleIdx="1" presStyleCnt="5">
        <dgm:presLayoutVars>
          <dgm:chMax val="0"/>
          <dgm:chPref val="0"/>
        </dgm:presLayoutVars>
      </dgm:prSet>
      <dgm:spPr/>
    </dgm:pt>
    <dgm:pt modelId="{24201300-4CE4-4574-A01F-E9BFC55E2E2C}" type="pres">
      <dgm:prSet presAssocID="{DA916454-6FE8-431A-8A31-CB72F307EB7F}" presName="sibTrans" presStyleCnt="0"/>
      <dgm:spPr/>
    </dgm:pt>
    <dgm:pt modelId="{4BC6EF5A-7C38-480A-9D25-8014149F0790}" type="pres">
      <dgm:prSet presAssocID="{171E15F5-0EA1-442B-A837-AEBFD38B5911}" presName="compNode" presStyleCnt="0"/>
      <dgm:spPr/>
    </dgm:pt>
    <dgm:pt modelId="{16DCD5E8-C6B3-4BC4-A23A-E865F749B1C6}" type="pres">
      <dgm:prSet presAssocID="{171E15F5-0EA1-442B-A837-AEBFD38B5911}" presName="bgRect" presStyleLbl="bgShp" presStyleIdx="2" presStyleCnt="5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/>
          </dgm14:cNvPr>
        </a:ext>
      </dgm:extLst>
    </dgm:pt>
    <dgm:pt modelId="{C3AD9DA5-BC8C-4DF7-8884-8589B6F80C99}" type="pres">
      <dgm:prSet presAssocID="{171E15F5-0EA1-442B-A837-AEBFD38B591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0C0CE56-EC8E-468E-ABA6-D0E955E2A773}" type="pres">
      <dgm:prSet presAssocID="{171E15F5-0EA1-442B-A837-AEBFD38B5911}" presName="spaceRect" presStyleCnt="0"/>
      <dgm:spPr/>
    </dgm:pt>
    <dgm:pt modelId="{C823650D-B4EA-4D55-88F3-8F5058B55B91}" type="pres">
      <dgm:prSet presAssocID="{171E15F5-0EA1-442B-A837-AEBFD38B5911}" presName="parTx" presStyleLbl="revTx" presStyleIdx="2" presStyleCnt="5">
        <dgm:presLayoutVars>
          <dgm:chMax val="0"/>
          <dgm:chPref val="0"/>
        </dgm:presLayoutVars>
      </dgm:prSet>
      <dgm:spPr/>
    </dgm:pt>
    <dgm:pt modelId="{BD933B0E-F71D-4161-8230-F6EC1C37B311}" type="pres">
      <dgm:prSet presAssocID="{24A1D897-4199-4B87-BFD3-4794B5CE6532}" presName="sibTrans" presStyleCnt="0"/>
      <dgm:spPr/>
    </dgm:pt>
    <dgm:pt modelId="{B46C5627-1CCF-405E-B28A-A4E8D2F68739}" type="pres">
      <dgm:prSet presAssocID="{CE5F5133-662B-4EAF-9224-BB7DC05367A1}" presName="compNode" presStyleCnt="0"/>
      <dgm:spPr/>
    </dgm:pt>
    <dgm:pt modelId="{73B31078-6417-4790-8BB6-EDA760E2F6DE}" type="pres">
      <dgm:prSet presAssocID="{CE5F5133-662B-4EAF-9224-BB7DC05367A1}" presName="bgRect" presStyleLbl="bgShp" presStyleIdx="3" presStyleCnt="5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7"/>
          </dgm14:cNvPr>
        </a:ext>
      </dgm:extLst>
    </dgm:pt>
    <dgm:pt modelId="{583CB0C8-B108-4F98-922E-27676A817C8B}" type="pres">
      <dgm:prSet presAssocID="{CE5F5133-662B-4EAF-9224-BB7DC05367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E8BD94-2079-4D38-A054-645B589013D9}" type="pres">
      <dgm:prSet presAssocID="{CE5F5133-662B-4EAF-9224-BB7DC05367A1}" presName="spaceRect" presStyleCnt="0"/>
      <dgm:spPr/>
    </dgm:pt>
    <dgm:pt modelId="{84717F43-BAE1-4FEB-8210-86096CCC8E9F}" type="pres">
      <dgm:prSet presAssocID="{CE5F5133-662B-4EAF-9224-BB7DC05367A1}" presName="parTx" presStyleLbl="revTx" presStyleIdx="3" presStyleCnt="5">
        <dgm:presLayoutVars>
          <dgm:chMax val="0"/>
          <dgm:chPref val="0"/>
        </dgm:presLayoutVars>
      </dgm:prSet>
      <dgm:spPr/>
    </dgm:pt>
    <dgm:pt modelId="{C547C1F5-1569-4706-8BA9-98795CEEC02B}" type="pres">
      <dgm:prSet presAssocID="{6088D878-58A4-4EEE-BA0B-F1EDA374E400}" presName="sibTrans" presStyleCnt="0"/>
      <dgm:spPr/>
    </dgm:pt>
    <dgm:pt modelId="{BE9C8E3C-0256-4354-B19D-C54A84F57DD3}" type="pres">
      <dgm:prSet presAssocID="{6F467A28-441A-4815-86D2-8D60F24E28A2}" presName="compNode" presStyleCnt="0"/>
      <dgm:spPr/>
    </dgm:pt>
    <dgm:pt modelId="{3F338A29-A60A-45FF-8493-E48509A9E6CA}" type="pres">
      <dgm:prSet presAssocID="{6F467A28-441A-4815-86D2-8D60F24E28A2}" presName="bgRect" presStyleLbl="bgShp" presStyleIdx="4" presStyleCnt="5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9"/>
          </dgm14:cNvPr>
        </a:ext>
      </dgm:extLst>
    </dgm:pt>
    <dgm:pt modelId="{440368BB-28AA-4A38-B14C-B3F4F2B36D0B}" type="pres">
      <dgm:prSet presAssocID="{6F467A28-441A-4815-86D2-8D60F24E28A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2D95EB4F-4D38-43C0-9A19-CADDC1F529E3}" type="pres">
      <dgm:prSet presAssocID="{6F467A28-441A-4815-86D2-8D60F24E28A2}" presName="spaceRect" presStyleCnt="0"/>
      <dgm:spPr/>
    </dgm:pt>
    <dgm:pt modelId="{3D12C551-4662-4C8C-88D7-7E2B0EA20BA4}" type="pres">
      <dgm:prSet presAssocID="{6F467A28-441A-4815-86D2-8D60F24E28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744020D-B3D3-40EC-8CE5-D4E07F3F5B47}" type="presOf" srcId="{C89FEA8A-19F2-4CBD-B297-5576E390C5C5}" destId="{FE41EA54-A0B2-4BEB-BB4A-036EE8227C84}" srcOrd="0" destOrd="0" presId="urn:microsoft.com/office/officeart/2018/2/layout/IconVerticalSolidList"/>
    <dgm:cxn modelId="{49F0C120-626F-4E37-8A1B-90515E67BEE2}" type="presOf" srcId="{CE5F5133-662B-4EAF-9224-BB7DC05367A1}" destId="{84717F43-BAE1-4FEB-8210-86096CCC8E9F}" srcOrd="0" destOrd="0" presId="urn:microsoft.com/office/officeart/2018/2/layout/IconVerticalSolidList"/>
    <dgm:cxn modelId="{43C10622-8290-47B3-9B9C-C4D52FF1F038}" srcId="{356F5B6D-0743-4075-B860-22247AD8F72A}" destId="{6F467A28-441A-4815-86D2-8D60F24E28A2}" srcOrd="4" destOrd="0" parTransId="{BB0B1CD5-DDB9-4BC6-81A6-0559C8495352}" sibTransId="{86BB858C-6F06-4EC5-BFC1-3DF642F9460C}"/>
    <dgm:cxn modelId="{36042826-8841-4FC9-982A-F511153493AB}" type="presOf" srcId="{A8515A6A-E352-4376-838D-805F19AE273C}" destId="{9C2BF5EB-C8E1-4D2A-8FF9-45394CFD2E70}" srcOrd="0" destOrd="0" presId="urn:microsoft.com/office/officeart/2018/2/layout/IconVerticalSolidList"/>
    <dgm:cxn modelId="{3B05B42E-DD14-4CD0-9E39-71B59D0AD300}" srcId="{356F5B6D-0743-4075-B860-22247AD8F72A}" destId="{A8515A6A-E352-4376-838D-805F19AE273C}" srcOrd="0" destOrd="0" parTransId="{9E38A3AA-80B9-4C02-9B07-839FDADBC830}" sibTransId="{9ADEADA4-BD96-49E9-80A6-F13B41ECDFC6}"/>
    <dgm:cxn modelId="{68530731-D88E-4F40-8770-A4C630D89784}" type="presOf" srcId="{356F5B6D-0743-4075-B860-22247AD8F72A}" destId="{A4E324DC-6B04-4A54-93CE-AA6DA02ADC55}" srcOrd="0" destOrd="0" presId="urn:microsoft.com/office/officeart/2018/2/layout/IconVerticalSolidList"/>
    <dgm:cxn modelId="{DBA0E671-0B35-40D8-B60F-D5D4ABA857B8}" srcId="{356F5B6D-0743-4075-B860-22247AD8F72A}" destId="{C89FEA8A-19F2-4CBD-B297-5576E390C5C5}" srcOrd="1" destOrd="0" parTransId="{A150B069-C054-4156-8CD3-544A8CCA5614}" sibTransId="{DA916454-6FE8-431A-8A31-CB72F307EB7F}"/>
    <dgm:cxn modelId="{74EA5D88-ADCD-4EBC-A725-3ECDFC871736}" type="presOf" srcId="{6F467A28-441A-4815-86D2-8D60F24E28A2}" destId="{3D12C551-4662-4C8C-88D7-7E2B0EA20BA4}" srcOrd="0" destOrd="0" presId="urn:microsoft.com/office/officeart/2018/2/layout/IconVerticalSolidList"/>
    <dgm:cxn modelId="{53806E9C-85BE-4E98-B32E-A4C53669AE21}" type="presOf" srcId="{171E15F5-0EA1-442B-A837-AEBFD38B5911}" destId="{C823650D-B4EA-4D55-88F3-8F5058B55B91}" srcOrd="0" destOrd="0" presId="urn:microsoft.com/office/officeart/2018/2/layout/IconVerticalSolidList"/>
    <dgm:cxn modelId="{AE2FCFA3-8438-4C9B-832E-097C1E339738}" srcId="{356F5B6D-0743-4075-B860-22247AD8F72A}" destId="{171E15F5-0EA1-442B-A837-AEBFD38B5911}" srcOrd="2" destOrd="0" parTransId="{49F39898-0458-4708-81DB-9EA6768642BC}" sibTransId="{24A1D897-4199-4B87-BFD3-4794B5CE6532}"/>
    <dgm:cxn modelId="{0482E9F6-4A0D-4499-AC83-B6C12E770E6C}" srcId="{356F5B6D-0743-4075-B860-22247AD8F72A}" destId="{CE5F5133-662B-4EAF-9224-BB7DC05367A1}" srcOrd="3" destOrd="0" parTransId="{534D2CA7-B95A-4F7E-8419-E30F719375A0}" sibTransId="{6088D878-58A4-4EEE-BA0B-F1EDA374E400}"/>
    <dgm:cxn modelId="{0200934E-837F-453D-BC2D-78E77B3F7CE1}" type="presParOf" srcId="{A4E324DC-6B04-4A54-93CE-AA6DA02ADC55}" destId="{7F2885D7-35C4-49B7-86BE-3DBDB17AA294}" srcOrd="0" destOrd="0" presId="urn:microsoft.com/office/officeart/2018/2/layout/IconVerticalSolidList"/>
    <dgm:cxn modelId="{9C3546BF-760F-474C-A59E-E844A164C5AB}" type="presParOf" srcId="{7F2885D7-35C4-49B7-86BE-3DBDB17AA294}" destId="{91C2FD8A-9CC9-4AA5-81AA-FBCE3401742B}" srcOrd="0" destOrd="0" presId="urn:microsoft.com/office/officeart/2018/2/layout/IconVerticalSolidList"/>
    <dgm:cxn modelId="{4CD1B635-55DC-42E8-BA16-F611FA25598F}" type="presParOf" srcId="{7F2885D7-35C4-49B7-86BE-3DBDB17AA294}" destId="{82F561F0-D8ED-4C8F-9E4C-D949C68D5BBA}" srcOrd="1" destOrd="0" presId="urn:microsoft.com/office/officeart/2018/2/layout/IconVerticalSolidList"/>
    <dgm:cxn modelId="{35A18B55-992E-4545-AC83-24CFC3963379}" type="presParOf" srcId="{7F2885D7-35C4-49B7-86BE-3DBDB17AA294}" destId="{B609FDF7-89FD-4A47-AF47-1832873CF5DB}" srcOrd="2" destOrd="0" presId="urn:microsoft.com/office/officeart/2018/2/layout/IconVerticalSolidList"/>
    <dgm:cxn modelId="{05DC7E96-9B70-4D00-8956-7997FC93D182}" type="presParOf" srcId="{7F2885D7-35C4-49B7-86BE-3DBDB17AA294}" destId="{9C2BF5EB-C8E1-4D2A-8FF9-45394CFD2E70}" srcOrd="3" destOrd="0" presId="urn:microsoft.com/office/officeart/2018/2/layout/IconVerticalSolidList"/>
    <dgm:cxn modelId="{E6074AAA-A60B-4B3B-9001-CC1DF31D4765}" type="presParOf" srcId="{A4E324DC-6B04-4A54-93CE-AA6DA02ADC55}" destId="{24B64FDA-12B9-41E9-8D4A-B05B4FA72704}" srcOrd="1" destOrd="0" presId="urn:microsoft.com/office/officeart/2018/2/layout/IconVerticalSolidList"/>
    <dgm:cxn modelId="{0D0F4D77-287C-4D4B-9E35-A20141813C8B}" type="presParOf" srcId="{A4E324DC-6B04-4A54-93CE-AA6DA02ADC55}" destId="{CDE1C7AD-1A9D-4765-BAE1-F74F3F66ACCF}" srcOrd="2" destOrd="0" presId="urn:microsoft.com/office/officeart/2018/2/layout/IconVerticalSolidList"/>
    <dgm:cxn modelId="{8AB67C81-83C8-4CAF-9792-EF8A3F7A89B3}" type="presParOf" srcId="{CDE1C7AD-1A9D-4765-BAE1-F74F3F66ACCF}" destId="{BEFA9D44-E344-4A02-8426-3CC251B0C116}" srcOrd="0" destOrd="0" presId="urn:microsoft.com/office/officeart/2018/2/layout/IconVerticalSolidList"/>
    <dgm:cxn modelId="{47B7009B-9226-41D4-B225-AE76D72388D2}" type="presParOf" srcId="{CDE1C7AD-1A9D-4765-BAE1-F74F3F66ACCF}" destId="{788EBE3B-CF26-4151-896F-64D30F2761D3}" srcOrd="1" destOrd="0" presId="urn:microsoft.com/office/officeart/2018/2/layout/IconVerticalSolidList"/>
    <dgm:cxn modelId="{1C089E90-7404-4453-BDA1-0260A429F52A}" type="presParOf" srcId="{CDE1C7AD-1A9D-4765-BAE1-F74F3F66ACCF}" destId="{CDAEFF2A-002B-492E-9FBD-F6FC7E4CFEA4}" srcOrd="2" destOrd="0" presId="urn:microsoft.com/office/officeart/2018/2/layout/IconVerticalSolidList"/>
    <dgm:cxn modelId="{3C49ED0C-D20F-44F3-938A-3FF214991735}" type="presParOf" srcId="{CDE1C7AD-1A9D-4765-BAE1-F74F3F66ACCF}" destId="{FE41EA54-A0B2-4BEB-BB4A-036EE8227C84}" srcOrd="3" destOrd="0" presId="urn:microsoft.com/office/officeart/2018/2/layout/IconVerticalSolidList"/>
    <dgm:cxn modelId="{ACD716C4-E1A3-4EF7-BE28-D9A298F0B968}" type="presParOf" srcId="{A4E324DC-6B04-4A54-93CE-AA6DA02ADC55}" destId="{24201300-4CE4-4574-A01F-E9BFC55E2E2C}" srcOrd="3" destOrd="0" presId="urn:microsoft.com/office/officeart/2018/2/layout/IconVerticalSolidList"/>
    <dgm:cxn modelId="{C3CAFF62-82C8-452D-A26E-A879D8213061}" type="presParOf" srcId="{A4E324DC-6B04-4A54-93CE-AA6DA02ADC55}" destId="{4BC6EF5A-7C38-480A-9D25-8014149F0790}" srcOrd="4" destOrd="0" presId="urn:microsoft.com/office/officeart/2018/2/layout/IconVerticalSolidList"/>
    <dgm:cxn modelId="{67A23A36-D109-490D-921E-E7B977E85790}" type="presParOf" srcId="{4BC6EF5A-7C38-480A-9D25-8014149F0790}" destId="{16DCD5E8-C6B3-4BC4-A23A-E865F749B1C6}" srcOrd="0" destOrd="0" presId="urn:microsoft.com/office/officeart/2018/2/layout/IconVerticalSolidList"/>
    <dgm:cxn modelId="{7EF0852E-5667-4437-8391-4AE55261E1FD}" type="presParOf" srcId="{4BC6EF5A-7C38-480A-9D25-8014149F0790}" destId="{C3AD9DA5-BC8C-4DF7-8884-8589B6F80C99}" srcOrd="1" destOrd="0" presId="urn:microsoft.com/office/officeart/2018/2/layout/IconVerticalSolidList"/>
    <dgm:cxn modelId="{9D10845C-4613-4A29-B3ED-1DDDE5E48282}" type="presParOf" srcId="{4BC6EF5A-7C38-480A-9D25-8014149F0790}" destId="{F0C0CE56-EC8E-468E-ABA6-D0E955E2A773}" srcOrd="2" destOrd="0" presId="urn:microsoft.com/office/officeart/2018/2/layout/IconVerticalSolidList"/>
    <dgm:cxn modelId="{C4133AAA-DACA-414B-9715-9ADC03A945CF}" type="presParOf" srcId="{4BC6EF5A-7C38-480A-9D25-8014149F0790}" destId="{C823650D-B4EA-4D55-88F3-8F5058B55B91}" srcOrd="3" destOrd="0" presId="urn:microsoft.com/office/officeart/2018/2/layout/IconVerticalSolidList"/>
    <dgm:cxn modelId="{1CBBF028-E4F8-4616-9909-340CBCC197FB}" type="presParOf" srcId="{A4E324DC-6B04-4A54-93CE-AA6DA02ADC55}" destId="{BD933B0E-F71D-4161-8230-F6EC1C37B311}" srcOrd="5" destOrd="0" presId="urn:microsoft.com/office/officeart/2018/2/layout/IconVerticalSolidList"/>
    <dgm:cxn modelId="{15EE4354-CE9D-4A34-858A-F848C83EA1F9}" type="presParOf" srcId="{A4E324DC-6B04-4A54-93CE-AA6DA02ADC55}" destId="{B46C5627-1CCF-405E-B28A-A4E8D2F68739}" srcOrd="6" destOrd="0" presId="urn:microsoft.com/office/officeart/2018/2/layout/IconVerticalSolidList"/>
    <dgm:cxn modelId="{6AA2F84D-0031-4111-B996-FA79AA6C9FBF}" type="presParOf" srcId="{B46C5627-1CCF-405E-B28A-A4E8D2F68739}" destId="{73B31078-6417-4790-8BB6-EDA760E2F6DE}" srcOrd="0" destOrd="0" presId="urn:microsoft.com/office/officeart/2018/2/layout/IconVerticalSolidList"/>
    <dgm:cxn modelId="{BDA35E9D-A389-4A23-935C-8F887C985FB8}" type="presParOf" srcId="{B46C5627-1CCF-405E-B28A-A4E8D2F68739}" destId="{583CB0C8-B108-4F98-922E-27676A817C8B}" srcOrd="1" destOrd="0" presId="urn:microsoft.com/office/officeart/2018/2/layout/IconVerticalSolidList"/>
    <dgm:cxn modelId="{FC9F9438-6498-4D47-96BC-3A3410B34D05}" type="presParOf" srcId="{B46C5627-1CCF-405E-B28A-A4E8D2F68739}" destId="{A5E8BD94-2079-4D38-A054-645B589013D9}" srcOrd="2" destOrd="0" presId="urn:microsoft.com/office/officeart/2018/2/layout/IconVerticalSolidList"/>
    <dgm:cxn modelId="{24B10F2A-1B08-4064-A87E-1E9658B3C539}" type="presParOf" srcId="{B46C5627-1CCF-405E-B28A-A4E8D2F68739}" destId="{84717F43-BAE1-4FEB-8210-86096CCC8E9F}" srcOrd="3" destOrd="0" presId="urn:microsoft.com/office/officeart/2018/2/layout/IconVerticalSolidList"/>
    <dgm:cxn modelId="{423A9C4A-6CB0-4A8A-BC24-CE07A504E3A9}" type="presParOf" srcId="{A4E324DC-6B04-4A54-93CE-AA6DA02ADC55}" destId="{C547C1F5-1569-4706-8BA9-98795CEEC02B}" srcOrd="7" destOrd="0" presId="urn:microsoft.com/office/officeart/2018/2/layout/IconVerticalSolidList"/>
    <dgm:cxn modelId="{38ADAA3C-680F-4005-A164-F2F2992CC1ED}" type="presParOf" srcId="{A4E324DC-6B04-4A54-93CE-AA6DA02ADC55}" destId="{BE9C8E3C-0256-4354-B19D-C54A84F57DD3}" srcOrd="8" destOrd="0" presId="urn:microsoft.com/office/officeart/2018/2/layout/IconVerticalSolidList"/>
    <dgm:cxn modelId="{595F3F06-F264-4B86-88EF-B3F33CF3FB20}" type="presParOf" srcId="{BE9C8E3C-0256-4354-B19D-C54A84F57DD3}" destId="{3F338A29-A60A-45FF-8493-E48509A9E6CA}" srcOrd="0" destOrd="0" presId="urn:microsoft.com/office/officeart/2018/2/layout/IconVerticalSolidList"/>
    <dgm:cxn modelId="{E702B8EE-CEC4-44F2-AB01-3BF43375E9F6}" type="presParOf" srcId="{BE9C8E3C-0256-4354-B19D-C54A84F57DD3}" destId="{440368BB-28AA-4A38-B14C-B3F4F2B36D0B}" srcOrd="1" destOrd="0" presId="urn:microsoft.com/office/officeart/2018/2/layout/IconVerticalSolidList"/>
    <dgm:cxn modelId="{F8738ACA-C211-4655-8244-E3398950AE41}" type="presParOf" srcId="{BE9C8E3C-0256-4354-B19D-C54A84F57DD3}" destId="{2D95EB4F-4D38-43C0-9A19-CADDC1F529E3}" srcOrd="2" destOrd="0" presId="urn:microsoft.com/office/officeart/2018/2/layout/IconVerticalSolidList"/>
    <dgm:cxn modelId="{85CF235D-E064-4F7C-82B4-4B44EA9F8A67}" type="presParOf" srcId="{BE9C8E3C-0256-4354-B19D-C54A84F57DD3}" destId="{3D12C551-4662-4C8C-88D7-7E2B0EA20B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FE6755-A5C5-481A-BA72-B12D413631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14B5E18-6616-4420-92B8-B8E53B00EB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Tambah, Edit, Hapus Produk.</a:t>
          </a:r>
          <a:endParaRPr lang="en-US"/>
        </a:p>
      </dgm:t>
    </dgm:pt>
    <dgm:pt modelId="{6004B088-C5DD-4E6F-92DE-4423F10C0B9A}" type="parTrans" cxnId="{D726F72C-C73E-4CAF-A6C4-74B5CE75E999}">
      <dgm:prSet/>
      <dgm:spPr/>
      <dgm:t>
        <a:bodyPr/>
        <a:lstStyle/>
        <a:p>
          <a:endParaRPr lang="en-US"/>
        </a:p>
      </dgm:t>
    </dgm:pt>
    <dgm:pt modelId="{442844C6-83D5-4582-819D-40732F014807}" type="sibTrans" cxnId="{D726F72C-C73E-4CAF-A6C4-74B5CE75E999}">
      <dgm:prSet/>
      <dgm:spPr/>
      <dgm:t>
        <a:bodyPr/>
        <a:lstStyle/>
        <a:p>
          <a:endParaRPr lang="en-US"/>
        </a:p>
      </dgm:t>
    </dgm:pt>
    <dgm:pt modelId="{9A0E8523-4554-4E9E-BDA5-2A554A241E49}" type="pres">
      <dgm:prSet presAssocID="{7BFE6755-A5C5-481A-BA72-B12D4136311D}" presName="root" presStyleCnt="0">
        <dgm:presLayoutVars>
          <dgm:dir/>
          <dgm:resizeHandles val="exact"/>
        </dgm:presLayoutVars>
      </dgm:prSet>
      <dgm:spPr/>
    </dgm:pt>
    <dgm:pt modelId="{18DA54AE-F5AD-43F5-B693-06F35FF0B4ED}" type="pres">
      <dgm:prSet presAssocID="{C14B5E18-6616-4420-92B8-B8E53B00EBA3}" presName="compNode" presStyleCnt="0"/>
      <dgm:spPr/>
    </dgm:pt>
    <dgm:pt modelId="{BE3CB7FD-11C2-46B8-85F5-09D8A9AA6914}" type="pres">
      <dgm:prSet presAssocID="{C14B5E18-6616-4420-92B8-B8E53B00EBA3}" presName="iconBgRect" presStyleLbl="bgShp" presStyleIdx="0" presStyleCnt="1"/>
      <dgm:spPr/>
    </dgm:pt>
    <dgm:pt modelId="{2179C93C-34B2-491F-B570-1C1CD54945A5}" type="pres">
      <dgm:prSet presAssocID="{C14B5E18-6616-4420-92B8-B8E53B00EBA3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>
            <a:hlinkClick xmlns:r="http://schemas.openxmlformats.org/officeDocument/2006/relationships" r:id="rId2"/>
          </dgm14:cNvPr>
        </a:ext>
      </dgm:extLst>
    </dgm:pt>
    <dgm:pt modelId="{9671D48B-C228-4BDE-BADA-2F8119B2CD28}" type="pres">
      <dgm:prSet presAssocID="{C14B5E18-6616-4420-92B8-B8E53B00EBA3}" presName="spaceRect" presStyleCnt="0"/>
      <dgm:spPr/>
    </dgm:pt>
    <dgm:pt modelId="{295562CA-3A6B-427E-ABC9-4EBB4C859B5E}" type="pres">
      <dgm:prSet presAssocID="{C14B5E18-6616-4420-92B8-B8E53B00EBA3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D726F72C-C73E-4CAF-A6C4-74B5CE75E999}" srcId="{7BFE6755-A5C5-481A-BA72-B12D4136311D}" destId="{C14B5E18-6616-4420-92B8-B8E53B00EBA3}" srcOrd="0" destOrd="0" parTransId="{6004B088-C5DD-4E6F-92DE-4423F10C0B9A}" sibTransId="{442844C6-83D5-4582-819D-40732F014807}"/>
    <dgm:cxn modelId="{2783003B-51CC-49E5-BBC8-EE4DD5A6186F}" type="presOf" srcId="{C14B5E18-6616-4420-92B8-B8E53B00EBA3}" destId="{295562CA-3A6B-427E-ABC9-4EBB4C859B5E}" srcOrd="0" destOrd="0" presId="urn:microsoft.com/office/officeart/2018/5/layout/IconCircleLabelList"/>
    <dgm:cxn modelId="{919AA1E8-D39D-4CFF-9EDF-47A2ABED056E}" type="presOf" srcId="{7BFE6755-A5C5-481A-BA72-B12D4136311D}" destId="{9A0E8523-4554-4E9E-BDA5-2A554A241E49}" srcOrd="0" destOrd="0" presId="urn:microsoft.com/office/officeart/2018/5/layout/IconCircleLabelList"/>
    <dgm:cxn modelId="{1615938D-22B4-4595-B7AE-C111CB8CC0D5}" type="presParOf" srcId="{9A0E8523-4554-4E9E-BDA5-2A554A241E49}" destId="{18DA54AE-F5AD-43F5-B693-06F35FF0B4ED}" srcOrd="0" destOrd="0" presId="urn:microsoft.com/office/officeart/2018/5/layout/IconCircleLabelList"/>
    <dgm:cxn modelId="{76722E1A-4DE4-40E7-AA65-16E212FD3DB8}" type="presParOf" srcId="{18DA54AE-F5AD-43F5-B693-06F35FF0B4ED}" destId="{BE3CB7FD-11C2-46B8-85F5-09D8A9AA6914}" srcOrd="0" destOrd="0" presId="urn:microsoft.com/office/officeart/2018/5/layout/IconCircleLabelList"/>
    <dgm:cxn modelId="{83EE5F57-7A0C-43E7-90D2-B3ED58DA26D1}" type="presParOf" srcId="{18DA54AE-F5AD-43F5-B693-06F35FF0B4ED}" destId="{2179C93C-34B2-491F-B570-1C1CD54945A5}" srcOrd="1" destOrd="0" presId="urn:microsoft.com/office/officeart/2018/5/layout/IconCircleLabelList"/>
    <dgm:cxn modelId="{56B028E0-3486-4FAA-AC68-115284A9587E}" type="presParOf" srcId="{18DA54AE-F5AD-43F5-B693-06F35FF0B4ED}" destId="{9671D48B-C228-4BDE-BADA-2F8119B2CD28}" srcOrd="2" destOrd="0" presId="urn:microsoft.com/office/officeart/2018/5/layout/IconCircleLabelList"/>
    <dgm:cxn modelId="{9AD94BFD-BB67-4C26-830F-D5E2ACCCA968}" type="presParOf" srcId="{18DA54AE-F5AD-43F5-B693-06F35FF0B4ED}" destId="{295562CA-3A6B-427E-ABC9-4EBB4C859B5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6A44C-7039-784A-8D72-697617411581}">
      <dsp:nvSpPr>
        <dsp:cNvPr id="0" name=""/>
        <dsp:cNvSpPr/>
      </dsp:nvSpPr>
      <dsp:spPr>
        <a:xfrm>
          <a:off x="0" y="158783"/>
          <a:ext cx="4793456" cy="242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0" i="0" kern="1200"/>
            <a:t>Perkembangan aplikasi mobile mendorong kebutuhan e-commerce yang cepat, aman, dan real-time.</a:t>
          </a:r>
          <a:endParaRPr lang="en-US" sz="2800" kern="1200"/>
        </a:p>
      </dsp:txBody>
      <dsp:txXfrm>
        <a:off x="118342" y="277125"/>
        <a:ext cx="4556772" cy="2187556"/>
      </dsp:txXfrm>
    </dsp:sp>
    <dsp:sp modelId="{274FAD33-26FE-0E43-84FD-C1E06B6B8741}">
      <dsp:nvSpPr>
        <dsp:cNvPr id="0" name=""/>
        <dsp:cNvSpPr/>
      </dsp:nvSpPr>
      <dsp:spPr>
        <a:xfrm>
          <a:off x="0" y="2663663"/>
          <a:ext cx="4793456" cy="242424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0" i="0" kern="1200"/>
            <a:t>Proyek ini menggunakan Flutter, Firebase, Golang, dan MySQL.</a:t>
          </a:r>
          <a:endParaRPr lang="en-US" sz="2800" kern="1200"/>
        </a:p>
      </dsp:txBody>
      <dsp:txXfrm>
        <a:off x="118342" y="2782005"/>
        <a:ext cx="4556772" cy="2187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6388F-30F1-C243-B888-03392125D97F}">
      <dsp:nvSpPr>
        <dsp:cNvPr id="0" name=""/>
        <dsp:cNvSpPr/>
      </dsp:nvSpPr>
      <dsp:spPr>
        <a:xfrm>
          <a:off x="0" y="92543"/>
          <a:ext cx="4793456" cy="79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Membangun aplikasi e-commerce Flutter</a:t>
          </a:r>
          <a:endParaRPr lang="en-US" sz="2000" kern="1200"/>
        </a:p>
      </dsp:txBody>
      <dsp:txXfrm>
        <a:off x="38838" y="131381"/>
        <a:ext cx="4715780" cy="717924"/>
      </dsp:txXfrm>
    </dsp:sp>
    <dsp:sp modelId="{FD5E0B1A-5BA1-9D43-83EC-3881EE570E1D}">
      <dsp:nvSpPr>
        <dsp:cNvPr id="0" name=""/>
        <dsp:cNvSpPr/>
      </dsp:nvSpPr>
      <dsp:spPr>
        <a:xfrm>
          <a:off x="0" y="945743"/>
          <a:ext cx="4793456" cy="795600"/>
        </a:xfrm>
        <a:prstGeom prst="roundRect">
          <a:avLst/>
        </a:prstGeom>
        <a:solidFill>
          <a:schemeClr val="accent5">
            <a:hueOff val="487685"/>
            <a:satOff val="-3889"/>
            <a:lumOff val="-294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Firebase Authentication</a:t>
          </a:r>
          <a:endParaRPr lang="en-US" sz="2000" kern="1200"/>
        </a:p>
      </dsp:txBody>
      <dsp:txXfrm>
        <a:off x="38838" y="984581"/>
        <a:ext cx="4715780" cy="717924"/>
      </dsp:txXfrm>
    </dsp:sp>
    <dsp:sp modelId="{D7CEC367-8533-594C-BA17-789224B13A8D}">
      <dsp:nvSpPr>
        <dsp:cNvPr id="0" name=""/>
        <dsp:cNvSpPr/>
      </dsp:nvSpPr>
      <dsp:spPr>
        <a:xfrm>
          <a:off x="0" y="1798943"/>
          <a:ext cx="4793456" cy="795600"/>
        </a:xfrm>
        <a:prstGeom prst="roundRect">
          <a:avLst/>
        </a:prstGeom>
        <a:solidFill>
          <a:schemeClr val="accent5">
            <a:hueOff val="975370"/>
            <a:satOff val="-7777"/>
            <a:lumOff val="-588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Backend Golang REST API</a:t>
          </a:r>
          <a:endParaRPr lang="en-US" sz="2000" kern="1200"/>
        </a:p>
      </dsp:txBody>
      <dsp:txXfrm>
        <a:off x="38838" y="1837781"/>
        <a:ext cx="4715780" cy="717924"/>
      </dsp:txXfrm>
    </dsp:sp>
    <dsp:sp modelId="{4A58747B-0400-314C-8F61-CFC173AF79EF}">
      <dsp:nvSpPr>
        <dsp:cNvPr id="0" name=""/>
        <dsp:cNvSpPr/>
      </dsp:nvSpPr>
      <dsp:spPr>
        <a:xfrm>
          <a:off x="0" y="2652143"/>
          <a:ext cx="4793456" cy="795600"/>
        </a:xfrm>
        <a:prstGeom prst="roundRect">
          <a:avLst/>
        </a:prstGeom>
        <a:solidFill>
          <a:schemeClr val="accent5">
            <a:hueOff val="1463055"/>
            <a:satOff val="-11666"/>
            <a:lumOff val="-882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Database MySQL</a:t>
          </a:r>
          <a:endParaRPr lang="en-US" sz="2000" kern="1200"/>
        </a:p>
      </dsp:txBody>
      <dsp:txXfrm>
        <a:off x="38838" y="2690981"/>
        <a:ext cx="4715780" cy="717924"/>
      </dsp:txXfrm>
    </dsp:sp>
    <dsp:sp modelId="{D3E198A4-0FE3-BE4D-90C7-6CAF60A6D6B2}">
      <dsp:nvSpPr>
        <dsp:cNvPr id="0" name=""/>
        <dsp:cNvSpPr/>
      </dsp:nvSpPr>
      <dsp:spPr>
        <a:xfrm>
          <a:off x="0" y="3505343"/>
          <a:ext cx="4793456" cy="795600"/>
        </a:xfrm>
        <a:prstGeom prst="roundRect">
          <a:avLst/>
        </a:prstGeom>
        <a:solidFill>
          <a:schemeClr val="accent5">
            <a:hueOff val="1950740"/>
            <a:satOff val="-15554"/>
            <a:lumOff val="-1176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CRUD Admin</a:t>
          </a:r>
          <a:endParaRPr lang="en-US" sz="2000" kern="1200"/>
        </a:p>
      </dsp:txBody>
      <dsp:txXfrm>
        <a:off x="38838" y="3544181"/>
        <a:ext cx="4715780" cy="717924"/>
      </dsp:txXfrm>
    </dsp:sp>
    <dsp:sp modelId="{5300654F-2ED5-D246-B924-A8B45408CE19}">
      <dsp:nvSpPr>
        <dsp:cNvPr id="0" name=""/>
        <dsp:cNvSpPr/>
      </dsp:nvSpPr>
      <dsp:spPr>
        <a:xfrm>
          <a:off x="0" y="4358543"/>
          <a:ext cx="4793456" cy="795600"/>
        </a:xfrm>
        <a:prstGeom prst="roundRect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• Local Notification</a:t>
          </a:r>
          <a:endParaRPr lang="en-US" sz="2000" kern="1200"/>
        </a:p>
      </dsp:txBody>
      <dsp:txXfrm>
        <a:off x="38838" y="4397381"/>
        <a:ext cx="4715780" cy="7179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49EF7-B5B9-1742-B89C-8A17EAD6EEDB}">
      <dsp:nvSpPr>
        <dsp:cNvPr id="0" name=""/>
        <dsp:cNvSpPr/>
      </dsp:nvSpPr>
      <dsp:spPr>
        <a:xfrm>
          <a:off x="0" y="95834"/>
          <a:ext cx="4793456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Frontend: Flutter</a:t>
          </a:r>
          <a:endParaRPr lang="en-US" sz="2000" kern="1200"/>
        </a:p>
      </dsp:txBody>
      <dsp:txXfrm>
        <a:off x="38784" y="134618"/>
        <a:ext cx="4715888" cy="716935"/>
      </dsp:txXfrm>
    </dsp:sp>
    <dsp:sp modelId="{CDAB1BEB-AC08-CD4D-AF36-B0C60CB63DF0}">
      <dsp:nvSpPr>
        <dsp:cNvPr id="0" name=""/>
        <dsp:cNvSpPr/>
      </dsp:nvSpPr>
      <dsp:spPr>
        <a:xfrm>
          <a:off x="0" y="947937"/>
          <a:ext cx="4793456" cy="794503"/>
        </a:xfrm>
        <a:prstGeom prst="roundRect">
          <a:avLst/>
        </a:prstGeom>
        <a:solidFill>
          <a:schemeClr val="accent2">
            <a:hueOff val="-3953144"/>
            <a:satOff val="18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State Management: Provider</a:t>
          </a:r>
          <a:endParaRPr lang="en-US" sz="2000" kern="1200"/>
        </a:p>
      </dsp:txBody>
      <dsp:txXfrm>
        <a:off x="38784" y="986721"/>
        <a:ext cx="4715888" cy="716935"/>
      </dsp:txXfrm>
    </dsp:sp>
    <dsp:sp modelId="{DA43C2D2-7BAF-0E41-B0A3-FD12F2E7F350}">
      <dsp:nvSpPr>
        <dsp:cNvPr id="0" name=""/>
        <dsp:cNvSpPr/>
      </dsp:nvSpPr>
      <dsp:spPr>
        <a:xfrm>
          <a:off x="0" y="1800040"/>
          <a:ext cx="4793456" cy="794503"/>
        </a:xfrm>
        <a:prstGeom prst="roundRect">
          <a:avLst/>
        </a:prstGeom>
        <a:solidFill>
          <a:schemeClr val="accent2">
            <a:hueOff val="-7906288"/>
            <a:satOff val="36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Backend: Golang (Gin)</a:t>
          </a:r>
          <a:endParaRPr lang="en-US" sz="2000" kern="1200"/>
        </a:p>
      </dsp:txBody>
      <dsp:txXfrm>
        <a:off x="38784" y="1838824"/>
        <a:ext cx="4715888" cy="716935"/>
      </dsp:txXfrm>
    </dsp:sp>
    <dsp:sp modelId="{A8828F2E-DC4A-6D43-9764-47558DB6DEAE}">
      <dsp:nvSpPr>
        <dsp:cNvPr id="0" name=""/>
        <dsp:cNvSpPr/>
      </dsp:nvSpPr>
      <dsp:spPr>
        <a:xfrm>
          <a:off x="0" y="2652143"/>
          <a:ext cx="4793456" cy="794503"/>
        </a:xfrm>
        <a:prstGeom prst="roundRect">
          <a:avLst/>
        </a:prstGeom>
        <a:solidFill>
          <a:schemeClr val="accent2">
            <a:hueOff val="-11859433"/>
            <a:satOff val="54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Database: MySQL</a:t>
          </a:r>
          <a:endParaRPr lang="en-US" sz="2000" kern="1200"/>
        </a:p>
      </dsp:txBody>
      <dsp:txXfrm>
        <a:off x="38784" y="2690927"/>
        <a:ext cx="4715888" cy="716935"/>
      </dsp:txXfrm>
    </dsp:sp>
    <dsp:sp modelId="{5013BABE-4FA0-B148-816C-34D89DC93F6C}">
      <dsp:nvSpPr>
        <dsp:cNvPr id="0" name=""/>
        <dsp:cNvSpPr/>
      </dsp:nvSpPr>
      <dsp:spPr>
        <a:xfrm>
          <a:off x="0" y="3504246"/>
          <a:ext cx="4793456" cy="794503"/>
        </a:xfrm>
        <a:prstGeom prst="roundRect">
          <a:avLst/>
        </a:prstGeom>
        <a:solidFill>
          <a:schemeClr val="accent2">
            <a:hueOff val="-15812576"/>
            <a:satOff val="72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Authentication: Firebase</a:t>
          </a:r>
          <a:endParaRPr lang="en-US" sz="2000" kern="1200"/>
        </a:p>
      </dsp:txBody>
      <dsp:txXfrm>
        <a:off x="38784" y="3543030"/>
        <a:ext cx="4715888" cy="716935"/>
      </dsp:txXfrm>
    </dsp:sp>
    <dsp:sp modelId="{30662BBF-CBDE-0041-8D08-B1DE8748DF03}">
      <dsp:nvSpPr>
        <dsp:cNvPr id="0" name=""/>
        <dsp:cNvSpPr/>
      </dsp:nvSpPr>
      <dsp:spPr>
        <a:xfrm>
          <a:off x="0" y="4356349"/>
          <a:ext cx="4793456" cy="794503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0" i="0" kern="1200"/>
            <a:t>Notification: Flutter Local Notifications</a:t>
          </a:r>
          <a:endParaRPr lang="en-US" sz="2000" kern="1200"/>
        </a:p>
      </dsp:txBody>
      <dsp:txXfrm>
        <a:off x="38784" y="4395133"/>
        <a:ext cx="4715888" cy="716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CA9D9A-57D1-9B48-B212-DF5FC656557B}">
      <dsp:nvSpPr>
        <dsp:cNvPr id="0" name=""/>
        <dsp:cNvSpPr/>
      </dsp:nvSpPr>
      <dsp:spPr>
        <a:xfrm>
          <a:off x="0" y="2065770"/>
          <a:ext cx="7219037" cy="13553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200" b="0" i="0" kern="1200"/>
            <a:t>Firebase Authentication untuk login &amp; verifikasi.</a:t>
          </a:r>
          <a:endParaRPr lang="en-US" sz="3200" kern="1200"/>
        </a:p>
      </dsp:txBody>
      <dsp:txXfrm>
        <a:off x="0" y="2065770"/>
        <a:ext cx="7219037" cy="1355369"/>
      </dsp:txXfrm>
    </dsp:sp>
    <dsp:sp modelId="{BBE2EAD7-D02A-A443-88AF-A90DA760597C}">
      <dsp:nvSpPr>
        <dsp:cNvPr id="0" name=""/>
        <dsp:cNvSpPr/>
      </dsp:nvSpPr>
      <dsp:spPr>
        <a:xfrm rot="10800000">
          <a:off x="0" y="1543"/>
          <a:ext cx="7219037" cy="2084557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200" b="0" i="0" kern="1200"/>
            <a:t>User → Flutter → REST API → Golang → MySQL</a:t>
          </a:r>
          <a:endParaRPr lang="en-US" sz="3200" kern="1200"/>
        </a:p>
      </dsp:txBody>
      <dsp:txXfrm rot="10800000">
        <a:off x="0" y="1543"/>
        <a:ext cx="7219037" cy="13544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CCB2F-DE6E-4251-832B-6FF634BBA33A}">
      <dsp:nvSpPr>
        <dsp:cNvPr id="0" name=""/>
        <dsp:cNvSpPr/>
      </dsp:nvSpPr>
      <dsp:spPr>
        <a:xfrm>
          <a:off x="2580143" y="1341"/>
          <a:ext cx="2058750" cy="2058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30D05-2B3B-47EF-A85D-85D16BE3E138}">
      <dsp:nvSpPr>
        <dsp:cNvPr id="0" name=""/>
        <dsp:cNvSpPr/>
      </dsp:nvSpPr>
      <dsp:spPr>
        <a:xfrm>
          <a:off x="3018893" y="440091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1365D-95E3-413E-9A45-23CA472727C7}">
      <dsp:nvSpPr>
        <dsp:cNvPr id="0" name=""/>
        <dsp:cNvSpPr/>
      </dsp:nvSpPr>
      <dsp:spPr>
        <a:xfrm>
          <a:off x="1922018" y="2701341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dirty="0" err="1"/>
            <a:t>Menampilkan</a:t>
          </a:r>
          <a:r>
            <a:rPr lang="en-US" sz="1600" b="0" i="0" kern="1200" dirty="0"/>
            <a:t> </a:t>
          </a:r>
          <a:r>
            <a:rPr lang="en-US" sz="1600" b="0" i="0" kern="1200" dirty="0" err="1"/>
            <a:t>katalog</a:t>
          </a:r>
          <a:r>
            <a:rPr lang="en-US" sz="1600" b="0" i="0" kern="1200" dirty="0"/>
            <a:t> laptop dan detail </a:t>
          </a:r>
          <a:r>
            <a:rPr lang="en-US" sz="1600" b="0" i="0" kern="1200" dirty="0" err="1"/>
            <a:t>produk</a:t>
          </a:r>
          <a:r>
            <a:rPr lang="en-US" sz="1600" b="0" i="0" kern="1200" dirty="0"/>
            <a:t> </a:t>
          </a:r>
          <a:r>
            <a:rPr lang="en-US" sz="1600" b="0" i="0" kern="1200" dirty="0" err="1"/>
            <a:t>dari</a:t>
          </a:r>
          <a:r>
            <a:rPr lang="en-US" sz="1600" b="0" i="0" kern="1200" dirty="0"/>
            <a:t> API.</a:t>
          </a:r>
          <a:endParaRPr lang="en-US" sz="1600" kern="1200" dirty="0"/>
        </a:p>
      </dsp:txBody>
      <dsp:txXfrm>
        <a:off x="1922018" y="2701341"/>
        <a:ext cx="3375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2FD8A-9CC9-4AA5-81AA-FBCE3401742B}">
      <dsp:nvSpPr>
        <dsp:cNvPr id="0" name=""/>
        <dsp:cNvSpPr/>
      </dsp:nvSpPr>
      <dsp:spPr>
        <a:xfrm>
          <a:off x="0" y="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561F0-D8ED-4C8F-9E4C-D949C68D5BBA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BF5EB-C8E1-4D2A-8FF9-45394CFD2E70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 err="1"/>
            <a:t>Tambah</a:t>
          </a:r>
          <a:r>
            <a:rPr lang="en-US" sz="1900" b="0" i="0" kern="1200" dirty="0"/>
            <a:t> </a:t>
          </a:r>
          <a:r>
            <a:rPr lang="en-US" sz="1900" b="0" i="0" kern="1200" dirty="0" err="1"/>
            <a:t>ke</a:t>
          </a:r>
          <a:r>
            <a:rPr lang="en-US" sz="1900" b="0" i="0" kern="1200" dirty="0"/>
            <a:t> Cart</a:t>
          </a:r>
          <a:endParaRPr lang="en-US" sz="1900" kern="1200" dirty="0"/>
        </a:p>
      </dsp:txBody>
      <dsp:txXfrm>
        <a:off x="1008409" y="4098"/>
        <a:ext cx="3785046" cy="873081"/>
      </dsp:txXfrm>
    </dsp:sp>
    <dsp:sp modelId="{BEFA9D44-E344-4A02-8426-3CC251B0C116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EBE3B-CF26-4151-896F-64D30F2761D3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1EA54-A0B2-4BEB-BB4A-036EE8227C84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Checkout</a:t>
          </a:r>
          <a:endParaRPr lang="en-US" sz="1900" kern="1200"/>
        </a:p>
      </dsp:txBody>
      <dsp:txXfrm>
        <a:off x="1008409" y="1095450"/>
        <a:ext cx="3785046" cy="873081"/>
      </dsp:txXfrm>
    </dsp:sp>
    <dsp:sp modelId="{16DCD5E8-C6B3-4BC4-A23A-E865F749B1C6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D9DA5-BC8C-4DF7-8884-8589B6F80C99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3650D-B4EA-4D55-88F3-8F5058B55B91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Payment Summary</a:t>
          </a:r>
          <a:endParaRPr lang="en-US" sz="1900" kern="1200"/>
        </a:p>
      </dsp:txBody>
      <dsp:txXfrm>
        <a:off x="1008409" y="2186802"/>
        <a:ext cx="3785046" cy="873081"/>
      </dsp:txXfrm>
    </dsp:sp>
    <dsp:sp modelId="{73B31078-6417-4790-8BB6-EDA760E2F6DE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CB0C8-B108-4F98-922E-27676A817C8B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17F43-BAE1-4FEB-8210-86096CCC8E9F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Finished</a:t>
          </a:r>
          <a:endParaRPr lang="en-US" sz="1900" kern="1200"/>
        </a:p>
      </dsp:txBody>
      <dsp:txXfrm>
        <a:off x="1008409" y="3278154"/>
        <a:ext cx="3785046" cy="873081"/>
      </dsp:txXfrm>
    </dsp:sp>
    <dsp:sp modelId="{3F338A29-A60A-45FF-8493-E48509A9E6CA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368BB-28AA-4A38-B14C-B3F4F2B36D0B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2C551-4662-4C8C-88D7-7E2B0EA20BA4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Keranjang </a:t>
          </a:r>
          <a:r>
            <a:rPr lang="en-US" sz="1900" b="0" i="0" kern="1200" dirty="0" err="1"/>
            <a:t>kosong</a:t>
          </a:r>
          <a:r>
            <a:rPr lang="en-US" sz="1900" b="0" i="0" kern="1200" dirty="0"/>
            <a:t> </a:t>
          </a:r>
          <a:r>
            <a:rPr lang="en-US" sz="1900" b="0" i="0" kern="1200" dirty="0" err="1"/>
            <a:t>kembali</a:t>
          </a:r>
          <a:endParaRPr lang="en-US" sz="1900" kern="1200" dirty="0"/>
        </a:p>
      </dsp:txBody>
      <dsp:txXfrm>
        <a:off x="1008409" y="4369506"/>
        <a:ext cx="3785046" cy="8730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CB7FD-11C2-46B8-85F5-09D8A9AA6914}">
      <dsp:nvSpPr>
        <dsp:cNvPr id="0" name=""/>
        <dsp:cNvSpPr/>
      </dsp:nvSpPr>
      <dsp:spPr>
        <a:xfrm>
          <a:off x="2580143" y="1341"/>
          <a:ext cx="2058750" cy="2058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79C93C-34B2-491F-B570-1C1CD54945A5}">
      <dsp:nvSpPr>
        <dsp:cNvPr id="0" name=""/>
        <dsp:cNvSpPr/>
      </dsp:nvSpPr>
      <dsp:spPr>
        <a:xfrm>
          <a:off x="3018893" y="440091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562CA-3A6B-427E-ABC9-4EBB4C859B5E}">
      <dsp:nvSpPr>
        <dsp:cNvPr id="0" name=""/>
        <dsp:cNvSpPr/>
      </dsp:nvSpPr>
      <dsp:spPr>
        <a:xfrm>
          <a:off x="1922018" y="2701341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Tambah, Edit, Hapus Produk.</a:t>
          </a:r>
          <a:endParaRPr lang="en-US" sz="2300" kern="1200"/>
        </a:p>
      </dsp:txBody>
      <dsp:txXfrm>
        <a:off x="1922018" y="2701341"/>
        <a:ext cx="337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2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5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3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8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9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5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15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6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26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6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8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47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1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7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isandibulan-boop/uas_mobile_katalog_laptop/blob/main/assets/images/gambar4.jpeg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risandibulan-boop/uas_mobile_katalog_laptop/blob/main/assets/images/gambar8.jpeg" TargetMode="External"/><Relationship Id="rId5" Type="http://schemas.openxmlformats.org/officeDocument/2006/relationships/hyperlink" Target="https://github.com/arisandibulan-boop/uas_mobile_katalog_laptop/blob/main/assets/images/gambar6.jpeg" TargetMode="External"/><Relationship Id="rId4" Type="http://schemas.openxmlformats.org/officeDocument/2006/relationships/hyperlink" Target="https://github.com/arisandibulan-boop/uas_mobile_katalog_laptop/blob/main/assets/images/gambar2.jpe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B358294-F1EA-AF0F-E927-2767DB469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741" y="2204391"/>
            <a:ext cx="2526726" cy="244921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6545" y="762538"/>
            <a:ext cx="4237012" cy="3199862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ID" sz="3600">
                <a:solidFill>
                  <a:srgbClr val="FFFFFF"/>
                </a:solidFill>
              </a:rPr>
              <a:t>UAS Pemrograman Mobile Lanjutan</a:t>
            </a:r>
            <a:br>
              <a:rPr lang="en-ID" sz="3600">
                <a:solidFill>
                  <a:srgbClr val="FFFFFF"/>
                </a:solidFill>
              </a:rPr>
            </a:br>
            <a:r>
              <a:rPr lang="en-ID" sz="3600">
                <a:solidFill>
                  <a:srgbClr val="FFFFFF"/>
                </a:solidFill>
              </a:rPr>
              <a:t>Aplikasi E-Commerce Katalog Laptop</a:t>
            </a:r>
            <a:br>
              <a:rPr lang="en-ID" sz="3600">
                <a:solidFill>
                  <a:srgbClr val="FFFFFF"/>
                </a:solidFill>
              </a:rPr>
            </a:br>
            <a:endParaRPr lang="en-ID" sz="36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6545" y="3724732"/>
            <a:ext cx="4459369" cy="2233237"/>
          </a:xfrm>
        </p:spPr>
        <p:txBody>
          <a:bodyPr anchor="t">
            <a:normAutofit fontScale="85000" lnSpcReduction="10000"/>
          </a:bodyPr>
          <a:lstStyle/>
          <a:p>
            <a:pPr algn="l">
              <a:lnSpc>
                <a:spcPct val="90000"/>
              </a:lnSpc>
            </a:pPr>
            <a:endParaRPr lang="en-US" sz="19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Nama		: Yehezkiel Arisandi Bulan</a:t>
            </a: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NIM			: 1125170084</a:t>
            </a:r>
          </a:p>
          <a:p>
            <a:pPr algn="l">
              <a:lnSpc>
                <a:spcPct val="90000"/>
              </a:lnSpc>
            </a:pPr>
            <a:r>
              <a:rPr lang="en-US" sz="1900" dirty="0" err="1">
                <a:solidFill>
                  <a:srgbClr val="FFFFFF"/>
                </a:solidFill>
              </a:rPr>
              <a:t>Kelas</a:t>
            </a:r>
            <a:r>
              <a:rPr lang="en-US" sz="1900" dirty="0">
                <a:solidFill>
                  <a:srgbClr val="FFFFFF"/>
                </a:solidFill>
              </a:rPr>
              <a:t>		: KS25</a:t>
            </a:r>
          </a:p>
          <a:p>
            <a:pPr algn="l"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Prodi		: Teknik </a:t>
            </a:r>
            <a:r>
              <a:rPr lang="en-US" sz="1900" dirty="0" err="1">
                <a:solidFill>
                  <a:srgbClr val="FFFFFF"/>
                </a:solidFill>
              </a:rPr>
              <a:t>Informatika</a:t>
            </a:r>
            <a:endParaRPr lang="en-US" sz="19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900" dirty="0" err="1">
                <a:solidFill>
                  <a:srgbClr val="FFFFFF"/>
                </a:solidFill>
              </a:rPr>
              <a:t>Konsentrasi</a:t>
            </a:r>
            <a:r>
              <a:rPr lang="en-US" sz="1900" dirty="0">
                <a:solidFill>
                  <a:srgbClr val="FFFFFF"/>
                </a:solidFill>
              </a:rPr>
              <a:t>	: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EBEBEB"/>
                </a:solidFill>
              </a:rPr>
              <a:t>Latar Belakang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A1FBD0-0625-9D86-8983-B0CBE67E0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76584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EBEBEB"/>
                </a:solidFill>
              </a:rPr>
              <a:t>Tujuan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D822FB-B33D-B424-0FDB-9EA4E474F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11459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EBEBEB"/>
                </a:solidFill>
              </a:rPr>
              <a:t>Tech Stack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2A0F37-0E87-38A0-5931-F5EB00573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161346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60A348-CA23-341E-6A29-8B69133C2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970484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31D6FE83-FBAE-7E14-E867-79B78EB0FD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D">
                <a:solidFill>
                  <a:schemeClr val="tx1"/>
                </a:solidFill>
              </a:rPr>
              <a:t>Autentikasi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603500"/>
            <a:ext cx="6619244" cy="341630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ID" sz="2200" dirty="0">
                <a:solidFill>
                  <a:schemeClr val="tx1"/>
                </a:solidFill>
                <a:hlinkClick r:id="rId3"/>
              </a:rPr>
              <a:t>Register</a:t>
            </a:r>
            <a:endParaRPr lang="en-ID" sz="2200" dirty="0">
              <a:solidFill>
                <a:schemeClr val="tx1"/>
              </a:solidFill>
            </a:endParaRPr>
          </a:p>
          <a:p>
            <a:pPr>
              <a:defRPr sz="2200"/>
            </a:pPr>
            <a:r>
              <a:rPr lang="en-ID" sz="2200" dirty="0">
                <a:solidFill>
                  <a:schemeClr val="tx1"/>
                </a:solidFill>
                <a:hlinkClick r:id="rId4"/>
              </a:rPr>
              <a:t>Login</a:t>
            </a:r>
            <a:endParaRPr lang="en-ID" sz="2200" dirty="0">
              <a:solidFill>
                <a:schemeClr val="tx1"/>
              </a:solidFill>
            </a:endParaRPr>
          </a:p>
          <a:p>
            <a:pPr>
              <a:defRPr sz="2200"/>
            </a:pPr>
            <a:r>
              <a:rPr lang="en-ID" sz="2200" dirty="0">
                <a:solidFill>
                  <a:schemeClr val="tx1"/>
                </a:solidFill>
                <a:hlinkClick r:id="rId5"/>
              </a:rPr>
              <a:t>Email Verification</a:t>
            </a:r>
            <a:endParaRPr lang="en-ID" sz="2200" dirty="0">
              <a:solidFill>
                <a:schemeClr val="tx1"/>
              </a:solidFill>
            </a:endParaRPr>
          </a:p>
          <a:p>
            <a:pPr>
              <a:defRPr sz="2200"/>
            </a:pPr>
            <a:r>
              <a:rPr lang="en-ID" sz="2200" dirty="0">
                <a:solidFill>
                  <a:schemeClr val="tx1"/>
                </a:solidFill>
                <a:hlinkClick r:id="rId4"/>
              </a:rPr>
              <a:t>Google Sign-In</a:t>
            </a:r>
            <a:endParaRPr lang="en-ID" sz="2200" dirty="0">
              <a:solidFill>
                <a:schemeClr val="tx1"/>
              </a:solidFill>
            </a:endParaRPr>
          </a:p>
          <a:p>
            <a:pPr>
              <a:defRPr sz="2200"/>
            </a:pPr>
            <a:r>
              <a:rPr lang="en-ID" sz="2200" dirty="0">
                <a:hlinkClick r:id="rId6"/>
              </a:rPr>
              <a:t>Dashboard &amp; </a:t>
            </a:r>
            <a:r>
              <a:rPr lang="en-ID" sz="2200" dirty="0" err="1">
                <a:hlinkClick r:id="rId6"/>
              </a:rPr>
              <a:t>Katalog</a:t>
            </a:r>
            <a:r>
              <a:rPr lang="en-ID" sz="2200" dirty="0">
                <a:hlinkClick r:id="rId6"/>
              </a:rPr>
              <a:t> </a:t>
            </a:r>
            <a:r>
              <a:rPr lang="en-ID" sz="2200" dirty="0" err="1">
                <a:hlinkClick r:id="rId6"/>
              </a:rPr>
              <a:t>Produk</a:t>
            </a:r>
            <a:endParaRPr lang="en-ID" sz="22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D" dirty="0">
                <a:solidFill>
                  <a:srgbClr val="FFFFFF"/>
                </a:solidFill>
              </a:rPr>
              <a:t>Dashboard &amp; </a:t>
            </a:r>
            <a:r>
              <a:rPr lang="en-ID" dirty="0" err="1">
                <a:solidFill>
                  <a:srgbClr val="FFFFFF"/>
                </a:solidFill>
              </a:rPr>
              <a:t>Produk</a:t>
            </a:r>
            <a:endParaRPr lang="en-ID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3F9F9C-C2FF-ADB6-52BA-B635E6486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40766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EBEBEB"/>
                </a:solidFill>
              </a:rPr>
              <a:t>Cart &amp; Checkout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FD7886-60F9-4AF3-2DF0-3F4F84E9B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394282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ID">
                <a:solidFill>
                  <a:srgbClr val="FFFFFF"/>
                </a:solidFill>
              </a:rPr>
              <a:t>Admin CRUD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CEE73D-3129-C2F2-EE31-393F3B30EC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492815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ID" sz="2700">
                <a:solidFill>
                  <a:schemeClr val="tx1"/>
                </a:solidFill>
              </a:rPr>
              <a:t>Cara Menjalankan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ID" sz="2200">
                <a:solidFill>
                  <a:schemeClr val="tx1"/>
                </a:solidFill>
              </a:rPr>
              <a:t>Backend: jalankan MySQL &amp; Golang</a:t>
            </a:r>
          </a:p>
          <a:p>
            <a:pPr>
              <a:defRPr sz="2200"/>
            </a:pPr>
            <a:r>
              <a:rPr lang="en-ID" sz="2200">
                <a:solidFill>
                  <a:schemeClr val="tx1"/>
                </a:solidFill>
              </a:rPr>
              <a:t>flutter pub get</a:t>
            </a:r>
          </a:p>
          <a:p>
            <a:pPr>
              <a:defRPr sz="2200"/>
            </a:pPr>
            <a:r>
              <a:rPr lang="en-ID" sz="2200">
                <a:solidFill>
                  <a:schemeClr val="tx1"/>
                </a:solidFill>
              </a:rPr>
              <a:t>flutter run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8815" y="1370143"/>
            <a:ext cx="4793452" cy="4157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700">
                <a:solidFill>
                  <a:schemeClr val="tx1"/>
                </a:solidFill>
              </a:rP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395" y="1370143"/>
            <a:ext cx="2184819" cy="4157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  <a:defRPr sz="2200"/>
            </a:pPr>
            <a:r>
              <a:rPr lang="en-US" sz="1700" cap="all">
                <a:solidFill>
                  <a:schemeClr val="accent1">
                    <a:lumMod val="60000"/>
                    <a:lumOff val="40000"/>
                  </a:schemeClr>
                </a:solidFill>
              </a:rPr>
              <a:t>Aplikasi berhasil mengintegrasikan Flutter, Firebase, Golang, dan MySQL.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41851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41709" y="4241801"/>
            <a:ext cx="84582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378" y="1143000"/>
            <a:ext cx="6619243" cy="33892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70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208</Words>
  <Application>Microsoft Macintosh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UAS Pemrograman Mobile Lanjutan Aplikasi E-Commerce Katalog Laptop </vt:lpstr>
      <vt:lpstr>Latar Belakang</vt:lpstr>
      <vt:lpstr>Tujuan</vt:lpstr>
      <vt:lpstr>Tech Stack</vt:lpstr>
      <vt:lpstr>Arsitektur Sistem</vt:lpstr>
      <vt:lpstr>Autentikasi</vt:lpstr>
      <vt:lpstr>Dashboard &amp; Produk</vt:lpstr>
      <vt:lpstr>Cart &amp; Checkout</vt:lpstr>
      <vt:lpstr>Admin CRUD</vt:lpstr>
      <vt:lpstr>Cara Menjalankan</vt:lpstr>
      <vt:lpstr>Kesimpulan</vt:lpstr>
      <vt:lpstr>Terima Kasih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Yehezkiel Arisandi Bulan</cp:lastModifiedBy>
  <cp:revision>3</cp:revision>
  <dcterms:created xsi:type="dcterms:W3CDTF">2013-01-27T09:14:16Z</dcterms:created>
  <dcterms:modified xsi:type="dcterms:W3CDTF">2026-06-30T15:33:39Z</dcterms:modified>
  <cp:category/>
</cp:coreProperties>
</file>